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4"/>
  </p:sldMasterIdLst>
  <p:notesMasterIdLst>
    <p:notesMasterId r:id="rId16"/>
  </p:notesMasterIdLst>
  <p:sldIdLst>
    <p:sldId id="2767" r:id="rId5"/>
    <p:sldId id="258" r:id="rId6"/>
    <p:sldId id="259" r:id="rId7"/>
    <p:sldId id="261" r:id="rId8"/>
    <p:sldId id="269" r:id="rId9"/>
    <p:sldId id="263" r:id="rId10"/>
    <p:sldId id="264" r:id="rId11"/>
    <p:sldId id="265" r:id="rId12"/>
    <p:sldId id="266" r:id="rId13"/>
    <p:sldId id="268" r:id="rId14"/>
    <p:sldId id="27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6189C56-FB76-66EB-011C-22F3320E73EA}" v="187" dt="2026-02-22T19:21:03.58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249" autoAdjust="0"/>
    <p:restoredTop sz="94695"/>
  </p:normalViewPr>
  <p:slideViewPr>
    <p:cSldViewPr snapToGrid="0">
      <p:cViewPr varScale="1">
        <p:scale>
          <a:sx n="83" d="100"/>
          <a:sy n="83" d="100"/>
        </p:scale>
        <p:origin x="381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svg"/><Relationship Id="rId1" Type="http://schemas.openxmlformats.org/officeDocument/2006/relationships/image" Target="../media/image20.svg"/><Relationship Id="rId5" Type="http://schemas.openxmlformats.org/officeDocument/2006/relationships/image" Target="../media/image24.svg"/><Relationship Id="rId4" Type="http://schemas.openxmlformats.org/officeDocument/2006/relationships/image" Target="../media/image23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svg"/><Relationship Id="rId1" Type="http://schemas.openxmlformats.org/officeDocument/2006/relationships/image" Target="../media/image20.svg"/><Relationship Id="rId5" Type="http://schemas.openxmlformats.org/officeDocument/2006/relationships/image" Target="../media/image24.svg"/><Relationship Id="rId4" Type="http://schemas.openxmlformats.org/officeDocument/2006/relationships/image" Target="../media/image23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13EA1FB-B5F7-4497-8F81-571CDB515132}" type="doc">
      <dgm:prSet loTypeId="urn:microsoft.com/office/officeart/2018/2/layout/IconCircleList" loCatId="icon" qsTypeId="urn:microsoft.com/office/officeart/2005/8/quickstyle/simple1" qsCatId="simple" csTypeId="urn:microsoft.com/office/officeart/2005/8/colors/accent3_2" csCatId="accent3" phldr="1"/>
      <dgm:spPr/>
      <dgm:t>
        <a:bodyPr/>
        <a:lstStyle/>
        <a:p>
          <a:endParaRPr lang="en-US"/>
        </a:p>
      </dgm:t>
    </dgm:pt>
    <dgm:pt modelId="{DC5385DD-5DF2-42D4-B03D-C36EC4EB26E0}">
      <dgm:prSet/>
      <dgm:spPr/>
      <dgm:t>
        <a:bodyPr/>
        <a:lstStyle/>
        <a:p>
          <a:r>
            <a:rPr lang="en-US" b="0"/>
            <a:t>Build a </a:t>
          </a:r>
          <a:r>
            <a:rPr lang="en-US"/>
            <a:t>supervised ML model for fake </a:t>
          </a:r>
          <a:r>
            <a:rPr lang="en-US" b="0"/>
            <a:t>news </a:t>
          </a:r>
          <a:r>
            <a:rPr lang="en-US"/>
            <a:t>classification</a:t>
          </a:r>
          <a:r>
            <a:rPr lang="en-US" b="0"/>
            <a:t>.</a:t>
          </a:r>
          <a:endParaRPr lang="en-US"/>
        </a:p>
      </dgm:t>
    </dgm:pt>
    <dgm:pt modelId="{FAB69FF8-7112-4A19-90A3-1A5ABE78B2CF}" type="parTrans" cxnId="{FCA3C6A1-E6D9-49CA-8271-AF478F349640}">
      <dgm:prSet/>
      <dgm:spPr/>
      <dgm:t>
        <a:bodyPr/>
        <a:lstStyle/>
        <a:p>
          <a:endParaRPr lang="en-US"/>
        </a:p>
      </dgm:t>
    </dgm:pt>
    <dgm:pt modelId="{204020A7-E448-495F-9AC5-919519A4EE18}" type="sibTrans" cxnId="{FCA3C6A1-E6D9-49CA-8271-AF478F349640}">
      <dgm:prSet/>
      <dgm:spPr/>
      <dgm:t>
        <a:bodyPr/>
        <a:lstStyle/>
        <a:p>
          <a:endParaRPr lang="en-US"/>
        </a:p>
      </dgm:t>
    </dgm:pt>
    <dgm:pt modelId="{AA783320-C783-46E6-A466-DF7EFE4106FA}">
      <dgm:prSet/>
      <dgm:spPr/>
      <dgm:t>
        <a:bodyPr/>
        <a:lstStyle/>
        <a:p>
          <a:r>
            <a:rPr lang="en-US"/>
            <a:t>Apply NLP techniques for text preprocessing</a:t>
          </a:r>
          <a:r>
            <a:rPr lang="en-US" b="0"/>
            <a:t>.</a:t>
          </a:r>
          <a:endParaRPr lang="en-US"/>
        </a:p>
      </dgm:t>
    </dgm:pt>
    <dgm:pt modelId="{02502BA1-006F-4B68-B289-350B59CD3CCC}" type="parTrans" cxnId="{8BD4977C-A0F7-4E01-BF8B-076032AF5E50}">
      <dgm:prSet/>
      <dgm:spPr/>
      <dgm:t>
        <a:bodyPr/>
        <a:lstStyle/>
        <a:p>
          <a:endParaRPr lang="en-US"/>
        </a:p>
      </dgm:t>
    </dgm:pt>
    <dgm:pt modelId="{3ECE51F7-978B-4E03-B2E7-53480BF782A1}" type="sibTrans" cxnId="{8BD4977C-A0F7-4E01-BF8B-076032AF5E50}">
      <dgm:prSet/>
      <dgm:spPr/>
      <dgm:t>
        <a:bodyPr/>
        <a:lstStyle/>
        <a:p>
          <a:endParaRPr lang="en-US"/>
        </a:p>
      </dgm:t>
    </dgm:pt>
    <dgm:pt modelId="{24F608C0-1DE4-45C1-B578-798D4FD245CD}">
      <dgm:prSet/>
      <dgm:spPr/>
      <dgm:t>
        <a:bodyPr/>
        <a:lstStyle/>
        <a:p>
          <a:r>
            <a:rPr lang="en-US"/>
            <a:t>Convert text data into numerical form using feature extraction</a:t>
          </a:r>
          <a:r>
            <a:rPr lang="en-US" b="0"/>
            <a:t>.</a:t>
          </a:r>
          <a:endParaRPr lang="en-US"/>
        </a:p>
      </dgm:t>
    </dgm:pt>
    <dgm:pt modelId="{51057F6B-CB26-4E0C-ADC0-0AEAB86CAFF3}" type="parTrans" cxnId="{C9C77F3B-F206-489E-B437-9F8D0A2318AA}">
      <dgm:prSet/>
      <dgm:spPr/>
      <dgm:t>
        <a:bodyPr/>
        <a:lstStyle/>
        <a:p>
          <a:endParaRPr lang="en-US"/>
        </a:p>
      </dgm:t>
    </dgm:pt>
    <dgm:pt modelId="{7BC7E42F-BB18-4CAA-922F-DC66AA4A9F59}" type="sibTrans" cxnId="{C9C77F3B-F206-489E-B437-9F8D0A2318AA}">
      <dgm:prSet/>
      <dgm:spPr/>
      <dgm:t>
        <a:bodyPr/>
        <a:lstStyle/>
        <a:p>
          <a:endParaRPr lang="en-US"/>
        </a:p>
      </dgm:t>
    </dgm:pt>
    <dgm:pt modelId="{EA26DF98-8084-4DC7-820E-436575243648}">
      <dgm:prSet/>
      <dgm:spPr/>
      <dgm:t>
        <a:bodyPr/>
        <a:lstStyle/>
        <a:p>
          <a:r>
            <a:rPr lang="en-US"/>
            <a:t>Evaluate model performance using standard metrics</a:t>
          </a:r>
          <a:r>
            <a:rPr lang="en-US" b="0"/>
            <a:t>.</a:t>
          </a:r>
          <a:endParaRPr lang="en-US"/>
        </a:p>
      </dgm:t>
    </dgm:pt>
    <dgm:pt modelId="{4060970A-A741-4432-A55B-018A12F83BB2}" type="parTrans" cxnId="{3C43CBB9-E957-47DE-8026-63C94A96FCD0}">
      <dgm:prSet/>
      <dgm:spPr/>
      <dgm:t>
        <a:bodyPr/>
        <a:lstStyle/>
        <a:p>
          <a:endParaRPr lang="en-US"/>
        </a:p>
      </dgm:t>
    </dgm:pt>
    <dgm:pt modelId="{1B0CA8FB-4F55-4FD3-8FCE-C63B0EC8344E}" type="sibTrans" cxnId="{3C43CBB9-E957-47DE-8026-63C94A96FCD0}">
      <dgm:prSet/>
      <dgm:spPr/>
      <dgm:t>
        <a:bodyPr/>
        <a:lstStyle/>
        <a:p>
          <a:endParaRPr lang="en-US"/>
        </a:p>
      </dgm:t>
    </dgm:pt>
    <dgm:pt modelId="{FD31B81B-12C0-4EC0-848B-6E64E73B65C0}">
      <dgm:prSet/>
      <dgm:spPr/>
      <dgm:t>
        <a:bodyPr/>
        <a:lstStyle/>
        <a:p>
          <a:r>
            <a:rPr lang="en-US" b="0"/>
            <a:t>Improve awareness </a:t>
          </a:r>
          <a:r>
            <a:rPr lang="en-US"/>
            <a:t>through automated prediction</a:t>
          </a:r>
          <a:r>
            <a:rPr lang="en-US" b="0"/>
            <a:t>.</a:t>
          </a:r>
          <a:endParaRPr lang="en-US"/>
        </a:p>
      </dgm:t>
    </dgm:pt>
    <dgm:pt modelId="{C49C22D2-C128-4C25-9E9A-9E3928A1A4C6}" type="parTrans" cxnId="{57DECF33-8427-49CE-9CEC-BA2E7F2AAB8B}">
      <dgm:prSet/>
      <dgm:spPr/>
      <dgm:t>
        <a:bodyPr/>
        <a:lstStyle/>
        <a:p>
          <a:endParaRPr lang="en-US"/>
        </a:p>
      </dgm:t>
    </dgm:pt>
    <dgm:pt modelId="{D17FEDB9-FE18-4E90-8F83-57BAC450785A}" type="sibTrans" cxnId="{57DECF33-8427-49CE-9CEC-BA2E7F2AAB8B}">
      <dgm:prSet/>
      <dgm:spPr/>
      <dgm:t>
        <a:bodyPr/>
        <a:lstStyle/>
        <a:p>
          <a:endParaRPr lang="en-US"/>
        </a:p>
      </dgm:t>
    </dgm:pt>
    <dgm:pt modelId="{A0EACC69-2412-45CC-BCE1-1EEE6DD1717E}" type="pres">
      <dgm:prSet presAssocID="{513EA1FB-B5F7-4497-8F81-571CDB515132}" presName="root" presStyleCnt="0">
        <dgm:presLayoutVars>
          <dgm:dir/>
          <dgm:resizeHandles val="exact"/>
        </dgm:presLayoutVars>
      </dgm:prSet>
      <dgm:spPr/>
    </dgm:pt>
    <dgm:pt modelId="{721DB815-50D8-42F8-84A0-31817B738776}" type="pres">
      <dgm:prSet presAssocID="{513EA1FB-B5F7-4497-8F81-571CDB515132}" presName="container" presStyleCnt="0">
        <dgm:presLayoutVars>
          <dgm:dir/>
          <dgm:resizeHandles val="exact"/>
        </dgm:presLayoutVars>
      </dgm:prSet>
      <dgm:spPr/>
    </dgm:pt>
    <dgm:pt modelId="{319E358F-DFC4-4AB5-A9FD-6DDAE13FBBCF}" type="pres">
      <dgm:prSet presAssocID="{DC5385DD-5DF2-42D4-B03D-C36EC4EB26E0}" presName="compNode" presStyleCnt="0"/>
      <dgm:spPr/>
    </dgm:pt>
    <dgm:pt modelId="{37178B9D-764A-4316-8F40-D9866203E444}" type="pres">
      <dgm:prSet presAssocID="{DC5385DD-5DF2-42D4-B03D-C36EC4EB26E0}" presName="iconBgRect" presStyleLbl="bgShp" presStyleIdx="0" presStyleCnt="5"/>
      <dgm:spPr/>
    </dgm:pt>
    <dgm:pt modelId="{C14EC82E-E1A6-4D83-BDD7-936797DDE568}" type="pres">
      <dgm:prSet presAssocID="{DC5385DD-5DF2-42D4-B03D-C36EC4EB26E0}" presName="iconRect" presStyleLbl="node1" presStyleIdx="0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Newspaper"/>
        </a:ext>
      </dgm:extLst>
    </dgm:pt>
    <dgm:pt modelId="{7625120B-60F4-48B2-9279-4BF35E17D7F0}" type="pres">
      <dgm:prSet presAssocID="{DC5385DD-5DF2-42D4-B03D-C36EC4EB26E0}" presName="spaceRect" presStyleCnt="0"/>
      <dgm:spPr/>
    </dgm:pt>
    <dgm:pt modelId="{66BA082C-C0FA-41EC-BB07-632DEB9D0429}" type="pres">
      <dgm:prSet presAssocID="{DC5385DD-5DF2-42D4-B03D-C36EC4EB26E0}" presName="textRect" presStyleLbl="revTx" presStyleIdx="0" presStyleCnt="5">
        <dgm:presLayoutVars>
          <dgm:chMax val="1"/>
          <dgm:chPref val="1"/>
        </dgm:presLayoutVars>
      </dgm:prSet>
      <dgm:spPr/>
    </dgm:pt>
    <dgm:pt modelId="{06B36DC4-3CBF-4151-BD19-043025747644}" type="pres">
      <dgm:prSet presAssocID="{204020A7-E448-495F-9AC5-919519A4EE18}" presName="sibTrans" presStyleLbl="sibTrans2D1" presStyleIdx="0" presStyleCnt="0"/>
      <dgm:spPr/>
    </dgm:pt>
    <dgm:pt modelId="{E3199900-870A-4A97-B328-AA709FDD2BB7}" type="pres">
      <dgm:prSet presAssocID="{AA783320-C783-46E6-A466-DF7EFE4106FA}" presName="compNode" presStyleCnt="0"/>
      <dgm:spPr/>
    </dgm:pt>
    <dgm:pt modelId="{742B380A-6619-471D-B9F4-172C0EC720DC}" type="pres">
      <dgm:prSet presAssocID="{AA783320-C783-46E6-A466-DF7EFE4106FA}" presName="iconBgRect" presStyleLbl="bgShp" presStyleIdx="1" presStyleCnt="5"/>
      <dgm:spPr/>
    </dgm:pt>
    <dgm:pt modelId="{1F695CDF-FE5B-49D8-BEF8-0AC4CC0B5707}" type="pres">
      <dgm:prSet presAssocID="{AA783320-C783-46E6-A466-DF7EFE4106FA}" presName="iconRect" presStyleLbl="node1" presStyleIdx="1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7AE097C2-6037-43EF-A981-5E571D981A55}" type="pres">
      <dgm:prSet presAssocID="{AA783320-C783-46E6-A466-DF7EFE4106FA}" presName="spaceRect" presStyleCnt="0"/>
      <dgm:spPr/>
    </dgm:pt>
    <dgm:pt modelId="{8245CC5B-CCD7-446E-881F-48B2CDBA0D6F}" type="pres">
      <dgm:prSet presAssocID="{AA783320-C783-46E6-A466-DF7EFE4106FA}" presName="textRect" presStyleLbl="revTx" presStyleIdx="1" presStyleCnt="5">
        <dgm:presLayoutVars>
          <dgm:chMax val="1"/>
          <dgm:chPref val="1"/>
        </dgm:presLayoutVars>
      </dgm:prSet>
      <dgm:spPr/>
    </dgm:pt>
    <dgm:pt modelId="{5C096826-A9AC-446D-9836-25529F10FA7C}" type="pres">
      <dgm:prSet presAssocID="{3ECE51F7-978B-4E03-B2E7-53480BF782A1}" presName="sibTrans" presStyleLbl="sibTrans2D1" presStyleIdx="0" presStyleCnt="0"/>
      <dgm:spPr/>
    </dgm:pt>
    <dgm:pt modelId="{9DFA5015-D076-40A4-ADD1-49DEAE3A34AB}" type="pres">
      <dgm:prSet presAssocID="{24F608C0-1DE4-45C1-B578-798D4FD245CD}" presName="compNode" presStyleCnt="0"/>
      <dgm:spPr/>
    </dgm:pt>
    <dgm:pt modelId="{65809665-A26A-4B18-AAEB-C7F024F1813D}" type="pres">
      <dgm:prSet presAssocID="{24F608C0-1DE4-45C1-B578-798D4FD245CD}" presName="iconBgRect" presStyleLbl="bgShp" presStyleIdx="2" presStyleCnt="5"/>
      <dgm:spPr/>
    </dgm:pt>
    <dgm:pt modelId="{FB36D925-EB1E-40D4-87EC-5F59414B91BE}" type="pres">
      <dgm:prSet presAssocID="{24F608C0-1DE4-45C1-B578-798D4FD245CD}" presName="iconRect" presStyleLbl="node1" presStyleIdx="2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ble"/>
        </a:ext>
      </dgm:extLst>
    </dgm:pt>
    <dgm:pt modelId="{079589C2-676B-4004-B467-E07EE97CC7A3}" type="pres">
      <dgm:prSet presAssocID="{24F608C0-1DE4-45C1-B578-798D4FD245CD}" presName="spaceRect" presStyleCnt="0"/>
      <dgm:spPr/>
    </dgm:pt>
    <dgm:pt modelId="{0EB2B182-7B49-4537-B73E-ABEE91686EB3}" type="pres">
      <dgm:prSet presAssocID="{24F608C0-1DE4-45C1-B578-798D4FD245CD}" presName="textRect" presStyleLbl="revTx" presStyleIdx="2" presStyleCnt="5">
        <dgm:presLayoutVars>
          <dgm:chMax val="1"/>
          <dgm:chPref val="1"/>
        </dgm:presLayoutVars>
      </dgm:prSet>
      <dgm:spPr/>
    </dgm:pt>
    <dgm:pt modelId="{C7763343-8BF5-4A9A-911A-B5E7FCE07E08}" type="pres">
      <dgm:prSet presAssocID="{7BC7E42F-BB18-4CAA-922F-DC66AA4A9F59}" presName="sibTrans" presStyleLbl="sibTrans2D1" presStyleIdx="0" presStyleCnt="0"/>
      <dgm:spPr/>
    </dgm:pt>
    <dgm:pt modelId="{2C0E72FB-AD43-4675-87CC-A3E7D7684272}" type="pres">
      <dgm:prSet presAssocID="{EA26DF98-8084-4DC7-820E-436575243648}" presName="compNode" presStyleCnt="0"/>
      <dgm:spPr/>
    </dgm:pt>
    <dgm:pt modelId="{0EA211C0-2D71-43B0-AD3A-0D20A26D13B6}" type="pres">
      <dgm:prSet presAssocID="{EA26DF98-8084-4DC7-820E-436575243648}" presName="iconBgRect" presStyleLbl="bgShp" presStyleIdx="3" presStyleCnt="5"/>
      <dgm:spPr/>
    </dgm:pt>
    <dgm:pt modelId="{D738452D-E381-479F-B46C-EB91DB0F2E17}" type="pres">
      <dgm:prSet presAssocID="{EA26DF98-8084-4DC7-820E-436575243648}" presName="iconRect" presStyleLbl="node1" presStyleIdx="3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FD7ED6D9-1674-466D-9029-D7A65E3220F5}" type="pres">
      <dgm:prSet presAssocID="{EA26DF98-8084-4DC7-820E-436575243648}" presName="spaceRect" presStyleCnt="0"/>
      <dgm:spPr/>
    </dgm:pt>
    <dgm:pt modelId="{D1BDF2CF-034F-4260-8089-1652CC7DE22F}" type="pres">
      <dgm:prSet presAssocID="{EA26DF98-8084-4DC7-820E-436575243648}" presName="textRect" presStyleLbl="revTx" presStyleIdx="3" presStyleCnt="5">
        <dgm:presLayoutVars>
          <dgm:chMax val="1"/>
          <dgm:chPref val="1"/>
        </dgm:presLayoutVars>
      </dgm:prSet>
      <dgm:spPr/>
    </dgm:pt>
    <dgm:pt modelId="{1E0C82F4-F69C-4ABE-ABE1-7B560401F3AF}" type="pres">
      <dgm:prSet presAssocID="{1B0CA8FB-4F55-4FD3-8FCE-C63B0EC8344E}" presName="sibTrans" presStyleLbl="sibTrans2D1" presStyleIdx="0" presStyleCnt="0"/>
      <dgm:spPr/>
    </dgm:pt>
    <dgm:pt modelId="{B1520EAA-27E4-477E-B7E4-6E09D727D51B}" type="pres">
      <dgm:prSet presAssocID="{FD31B81B-12C0-4EC0-848B-6E64E73B65C0}" presName="compNode" presStyleCnt="0"/>
      <dgm:spPr/>
    </dgm:pt>
    <dgm:pt modelId="{E6142CB6-0FC9-4CDD-98DC-A5B6F45F6714}" type="pres">
      <dgm:prSet presAssocID="{FD31B81B-12C0-4EC0-848B-6E64E73B65C0}" presName="iconBgRect" presStyleLbl="bgShp" presStyleIdx="4" presStyleCnt="5"/>
      <dgm:spPr/>
    </dgm:pt>
    <dgm:pt modelId="{0D075559-44B6-4316-A977-A2BDC62278B9}" type="pres">
      <dgm:prSet presAssocID="{FD31B81B-12C0-4EC0-848B-6E64E73B65C0}" presName="iconRect" presStyleLbl="node1" presStyleIdx="4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E669EA45-C407-49B4-BF0E-B260DF69BF77}" type="pres">
      <dgm:prSet presAssocID="{FD31B81B-12C0-4EC0-848B-6E64E73B65C0}" presName="spaceRect" presStyleCnt="0"/>
      <dgm:spPr/>
    </dgm:pt>
    <dgm:pt modelId="{CFD017A2-15A5-4039-88FC-9354C3640449}" type="pres">
      <dgm:prSet presAssocID="{FD31B81B-12C0-4EC0-848B-6E64E73B65C0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A1337526-44B4-4393-9F42-D1125CB92477}" type="presOf" srcId="{1B0CA8FB-4F55-4FD3-8FCE-C63B0EC8344E}" destId="{1E0C82F4-F69C-4ABE-ABE1-7B560401F3AF}" srcOrd="0" destOrd="0" presId="urn:microsoft.com/office/officeart/2018/2/layout/IconCircleList"/>
    <dgm:cxn modelId="{AA710931-936D-4D67-9FD9-1A063917045C}" type="presOf" srcId="{DC5385DD-5DF2-42D4-B03D-C36EC4EB26E0}" destId="{66BA082C-C0FA-41EC-BB07-632DEB9D0429}" srcOrd="0" destOrd="0" presId="urn:microsoft.com/office/officeart/2018/2/layout/IconCircleList"/>
    <dgm:cxn modelId="{57DECF33-8427-49CE-9CEC-BA2E7F2AAB8B}" srcId="{513EA1FB-B5F7-4497-8F81-571CDB515132}" destId="{FD31B81B-12C0-4EC0-848B-6E64E73B65C0}" srcOrd="4" destOrd="0" parTransId="{C49C22D2-C128-4C25-9E9A-9E3928A1A4C6}" sibTransId="{D17FEDB9-FE18-4E90-8F83-57BAC450785A}"/>
    <dgm:cxn modelId="{C9C77F3B-F206-489E-B437-9F8D0A2318AA}" srcId="{513EA1FB-B5F7-4497-8F81-571CDB515132}" destId="{24F608C0-1DE4-45C1-B578-798D4FD245CD}" srcOrd="2" destOrd="0" parTransId="{51057F6B-CB26-4E0C-ADC0-0AEAB86CAFF3}" sibTransId="{7BC7E42F-BB18-4CAA-922F-DC66AA4A9F59}"/>
    <dgm:cxn modelId="{45D01B41-B0F6-4387-B425-C0C2AB0BF91B}" type="presOf" srcId="{AA783320-C783-46E6-A466-DF7EFE4106FA}" destId="{8245CC5B-CCD7-446E-881F-48B2CDBA0D6F}" srcOrd="0" destOrd="0" presId="urn:microsoft.com/office/officeart/2018/2/layout/IconCircleList"/>
    <dgm:cxn modelId="{9C01D648-CCA9-466F-AF79-9055C082D14E}" type="presOf" srcId="{FD31B81B-12C0-4EC0-848B-6E64E73B65C0}" destId="{CFD017A2-15A5-4039-88FC-9354C3640449}" srcOrd="0" destOrd="0" presId="urn:microsoft.com/office/officeart/2018/2/layout/IconCircleList"/>
    <dgm:cxn modelId="{DF625D49-EFB4-4FB8-9741-5137A38A63AD}" type="presOf" srcId="{204020A7-E448-495F-9AC5-919519A4EE18}" destId="{06B36DC4-3CBF-4151-BD19-043025747644}" srcOrd="0" destOrd="0" presId="urn:microsoft.com/office/officeart/2018/2/layout/IconCircleList"/>
    <dgm:cxn modelId="{93EFB16B-E32C-4D78-AABD-0503F7A49982}" type="presOf" srcId="{7BC7E42F-BB18-4CAA-922F-DC66AA4A9F59}" destId="{C7763343-8BF5-4A9A-911A-B5E7FCE07E08}" srcOrd="0" destOrd="0" presId="urn:microsoft.com/office/officeart/2018/2/layout/IconCircleList"/>
    <dgm:cxn modelId="{2AD8414E-9207-4125-9636-B62981D5D446}" type="presOf" srcId="{24F608C0-1DE4-45C1-B578-798D4FD245CD}" destId="{0EB2B182-7B49-4537-B73E-ABEE91686EB3}" srcOrd="0" destOrd="0" presId="urn:microsoft.com/office/officeart/2018/2/layout/IconCircleList"/>
    <dgm:cxn modelId="{86CAFB4F-8668-4BC7-8516-CD3652005D08}" type="presOf" srcId="{3ECE51F7-978B-4E03-B2E7-53480BF782A1}" destId="{5C096826-A9AC-446D-9836-25529F10FA7C}" srcOrd="0" destOrd="0" presId="urn:microsoft.com/office/officeart/2018/2/layout/IconCircleList"/>
    <dgm:cxn modelId="{BA4A0552-645F-44BC-A544-4FE7B7C9BDFE}" type="presOf" srcId="{513EA1FB-B5F7-4497-8F81-571CDB515132}" destId="{A0EACC69-2412-45CC-BCE1-1EEE6DD1717E}" srcOrd="0" destOrd="0" presId="urn:microsoft.com/office/officeart/2018/2/layout/IconCircleList"/>
    <dgm:cxn modelId="{8BD4977C-A0F7-4E01-BF8B-076032AF5E50}" srcId="{513EA1FB-B5F7-4497-8F81-571CDB515132}" destId="{AA783320-C783-46E6-A466-DF7EFE4106FA}" srcOrd="1" destOrd="0" parTransId="{02502BA1-006F-4B68-B289-350B59CD3CCC}" sibTransId="{3ECE51F7-978B-4E03-B2E7-53480BF782A1}"/>
    <dgm:cxn modelId="{FCA3C6A1-E6D9-49CA-8271-AF478F349640}" srcId="{513EA1FB-B5F7-4497-8F81-571CDB515132}" destId="{DC5385DD-5DF2-42D4-B03D-C36EC4EB26E0}" srcOrd="0" destOrd="0" parTransId="{FAB69FF8-7112-4A19-90A3-1A5ABE78B2CF}" sibTransId="{204020A7-E448-495F-9AC5-919519A4EE18}"/>
    <dgm:cxn modelId="{69F3AAB7-64F9-4E8D-A79B-9BE7EAAC7BFD}" type="presOf" srcId="{EA26DF98-8084-4DC7-820E-436575243648}" destId="{D1BDF2CF-034F-4260-8089-1652CC7DE22F}" srcOrd="0" destOrd="0" presId="urn:microsoft.com/office/officeart/2018/2/layout/IconCircleList"/>
    <dgm:cxn modelId="{3C43CBB9-E957-47DE-8026-63C94A96FCD0}" srcId="{513EA1FB-B5F7-4497-8F81-571CDB515132}" destId="{EA26DF98-8084-4DC7-820E-436575243648}" srcOrd="3" destOrd="0" parTransId="{4060970A-A741-4432-A55B-018A12F83BB2}" sibTransId="{1B0CA8FB-4F55-4FD3-8FCE-C63B0EC8344E}"/>
    <dgm:cxn modelId="{F7BE8465-C6CC-41EF-B58D-DEE5D78EAAF1}" type="presParOf" srcId="{A0EACC69-2412-45CC-BCE1-1EEE6DD1717E}" destId="{721DB815-50D8-42F8-84A0-31817B738776}" srcOrd="0" destOrd="0" presId="urn:microsoft.com/office/officeart/2018/2/layout/IconCircleList"/>
    <dgm:cxn modelId="{314C62EF-87B4-4ED7-9B2C-392372255519}" type="presParOf" srcId="{721DB815-50D8-42F8-84A0-31817B738776}" destId="{319E358F-DFC4-4AB5-A9FD-6DDAE13FBBCF}" srcOrd="0" destOrd="0" presId="urn:microsoft.com/office/officeart/2018/2/layout/IconCircleList"/>
    <dgm:cxn modelId="{049D6333-C45E-404D-8492-55D5902C8E63}" type="presParOf" srcId="{319E358F-DFC4-4AB5-A9FD-6DDAE13FBBCF}" destId="{37178B9D-764A-4316-8F40-D9866203E444}" srcOrd="0" destOrd="0" presId="urn:microsoft.com/office/officeart/2018/2/layout/IconCircleList"/>
    <dgm:cxn modelId="{B156010D-F246-4B0F-9F33-DAE506D6E656}" type="presParOf" srcId="{319E358F-DFC4-4AB5-A9FD-6DDAE13FBBCF}" destId="{C14EC82E-E1A6-4D83-BDD7-936797DDE568}" srcOrd="1" destOrd="0" presId="urn:microsoft.com/office/officeart/2018/2/layout/IconCircleList"/>
    <dgm:cxn modelId="{0C41C0D6-D920-4259-A9F9-1DE43FDA9C4F}" type="presParOf" srcId="{319E358F-DFC4-4AB5-A9FD-6DDAE13FBBCF}" destId="{7625120B-60F4-48B2-9279-4BF35E17D7F0}" srcOrd="2" destOrd="0" presId="urn:microsoft.com/office/officeart/2018/2/layout/IconCircleList"/>
    <dgm:cxn modelId="{DC32C814-9D5C-4EA9-A05D-E8F5792E47BC}" type="presParOf" srcId="{319E358F-DFC4-4AB5-A9FD-6DDAE13FBBCF}" destId="{66BA082C-C0FA-41EC-BB07-632DEB9D0429}" srcOrd="3" destOrd="0" presId="urn:microsoft.com/office/officeart/2018/2/layout/IconCircleList"/>
    <dgm:cxn modelId="{740F1897-1623-483A-9186-667619D0BA5F}" type="presParOf" srcId="{721DB815-50D8-42F8-84A0-31817B738776}" destId="{06B36DC4-3CBF-4151-BD19-043025747644}" srcOrd="1" destOrd="0" presId="urn:microsoft.com/office/officeart/2018/2/layout/IconCircleList"/>
    <dgm:cxn modelId="{6088943F-CB65-4223-AE3B-A6945F969FD9}" type="presParOf" srcId="{721DB815-50D8-42F8-84A0-31817B738776}" destId="{E3199900-870A-4A97-B328-AA709FDD2BB7}" srcOrd="2" destOrd="0" presId="urn:microsoft.com/office/officeart/2018/2/layout/IconCircleList"/>
    <dgm:cxn modelId="{788FD5EC-9F69-443F-BB33-1C3FD2AE245B}" type="presParOf" srcId="{E3199900-870A-4A97-B328-AA709FDD2BB7}" destId="{742B380A-6619-471D-B9F4-172C0EC720DC}" srcOrd="0" destOrd="0" presId="urn:microsoft.com/office/officeart/2018/2/layout/IconCircleList"/>
    <dgm:cxn modelId="{86064288-71A1-4CC3-86C0-A70565E433CB}" type="presParOf" srcId="{E3199900-870A-4A97-B328-AA709FDD2BB7}" destId="{1F695CDF-FE5B-49D8-BEF8-0AC4CC0B5707}" srcOrd="1" destOrd="0" presId="urn:microsoft.com/office/officeart/2018/2/layout/IconCircleList"/>
    <dgm:cxn modelId="{021BC884-B54C-42B5-95E1-D8A5441E73C4}" type="presParOf" srcId="{E3199900-870A-4A97-B328-AA709FDD2BB7}" destId="{7AE097C2-6037-43EF-A981-5E571D981A55}" srcOrd="2" destOrd="0" presId="urn:microsoft.com/office/officeart/2018/2/layout/IconCircleList"/>
    <dgm:cxn modelId="{080D7E74-ADBA-4153-9BEF-F4543F82D09E}" type="presParOf" srcId="{E3199900-870A-4A97-B328-AA709FDD2BB7}" destId="{8245CC5B-CCD7-446E-881F-48B2CDBA0D6F}" srcOrd="3" destOrd="0" presId="urn:microsoft.com/office/officeart/2018/2/layout/IconCircleList"/>
    <dgm:cxn modelId="{D2BCF62A-E5EC-4C06-A21B-F6AE2B092813}" type="presParOf" srcId="{721DB815-50D8-42F8-84A0-31817B738776}" destId="{5C096826-A9AC-446D-9836-25529F10FA7C}" srcOrd="3" destOrd="0" presId="urn:microsoft.com/office/officeart/2018/2/layout/IconCircleList"/>
    <dgm:cxn modelId="{942CB67D-6BDB-4050-B0C3-F5822E30B05F}" type="presParOf" srcId="{721DB815-50D8-42F8-84A0-31817B738776}" destId="{9DFA5015-D076-40A4-ADD1-49DEAE3A34AB}" srcOrd="4" destOrd="0" presId="urn:microsoft.com/office/officeart/2018/2/layout/IconCircleList"/>
    <dgm:cxn modelId="{9AB85FE5-6380-4307-916A-6B3E4276E5EB}" type="presParOf" srcId="{9DFA5015-D076-40A4-ADD1-49DEAE3A34AB}" destId="{65809665-A26A-4B18-AAEB-C7F024F1813D}" srcOrd="0" destOrd="0" presId="urn:microsoft.com/office/officeart/2018/2/layout/IconCircleList"/>
    <dgm:cxn modelId="{CDDE0130-030A-43F4-B9C7-54A0979DA864}" type="presParOf" srcId="{9DFA5015-D076-40A4-ADD1-49DEAE3A34AB}" destId="{FB36D925-EB1E-40D4-87EC-5F59414B91BE}" srcOrd="1" destOrd="0" presId="urn:microsoft.com/office/officeart/2018/2/layout/IconCircleList"/>
    <dgm:cxn modelId="{8CD4D97C-DEA6-46A4-B3CB-6E4D54E66597}" type="presParOf" srcId="{9DFA5015-D076-40A4-ADD1-49DEAE3A34AB}" destId="{079589C2-676B-4004-B467-E07EE97CC7A3}" srcOrd="2" destOrd="0" presId="urn:microsoft.com/office/officeart/2018/2/layout/IconCircleList"/>
    <dgm:cxn modelId="{12EF6B86-35CB-4B27-8A7C-1477E228BB8C}" type="presParOf" srcId="{9DFA5015-D076-40A4-ADD1-49DEAE3A34AB}" destId="{0EB2B182-7B49-4537-B73E-ABEE91686EB3}" srcOrd="3" destOrd="0" presId="urn:microsoft.com/office/officeart/2018/2/layout/IconCircleList"/>
    <dgm:cxn modelId="{23BBECBF-64D0-4B9A-9A83-19A217AA20DB}" type="presParOf" srcId="{721DB815-50D8-42F8-84A0-31817B738776}" destId="{C7763343-8BF5-4A9A-911A-B5E7FCE07E08}" srcOrd="5" destOrd="0" presId="urn:microsoft.com/office/officeart/2018/2/layout/IconCircleList"/>
    <dgm:cxn modelId="{BA08930D-7CA1-4335-A6DC-FDC116BA270F}" type="presParOf" srcId="{721DB815-50D8-42F8-84A0-31817B738776}" destId="{2C0E72FB-AD43-4675-87CC-A3E7D7684272}" srcOrd="6" destOrd="0" presId="urn:microsoft.com/office/officeart/2018/2/layout/IconCircleList"/>
    <dgm:cxn modelId="{AF31CB20-E351-47B8-98B4-08F59D8FB458}" type="presParOf" srcId="{2C0E72FB-AD43-4675-87CC-A3E7D7684272}" destId="{0EA211C0-2D71-43B0-AD3A-0D20A26D13B6}" srcOrd="0" destOrd="0" presId="urn:microsoft.com/office/officeart/2018/2/layout/IconCircleList"/>
    <dgm:cxn modelId="{6E7F4F1C-E76C-4CE2-B9A3-3F171F8E2102}" type="presParOf" srcId="{2C0E72FB-AD43-4675-87CC-A3E7D7684272}" destId="{D738452D-E381-479F-B46C-EB91DB0F2E17}" srcOrd="1" destOrd="0" presId="urn:microsoft.com/office/officeart/2018/2/layout/IconCircleList"/>
    <dgm:cxn modelId="{A99A1828-8C27-4BCC-B34A-FD5FE9D43473}" type="presParOf" srcId="{2C0E72FB-AD43-4675-87CC-A3E7D7684272}" destId="{FD7ED6D9-1674-466D-9029-D7A65E3220F5}" srcOrd="2" destOrd="0" presId="urn:microsoft.com/office/officeart/2018/2/layout/IconCircleList"/>
    <dgm:cxn modelId="{B541080C-E588-47A0-BEEB-A991C1FCE134}" type="presParOf" srcId="{2C0E72FB-AD43-4675-87CC-A3E7D7684272}" destId="{D1BDF2CF-034F-4260-8089-1652CC7DE22F}" srcOrd="3" destOrd="0" presId="urn:microsoft.com/office/officeart/2018/2/layout/IconCircleList"/>
    <dgm:cxn modelId="{8C317303-4EB7-4727-BEFA-E9C67D3E1F18}" type="presParOf" srcId="{721DB815-50D8-42F8-84A0-31817B738776}" destId="{1E0C82F4-F69C-4ABE-ABE1-7B560401F3AF}" srcOrd="7" destOrd="0" presId="urn:microsoft.com/office/officeart/2018/2/layout/IconCircleList"/>
    <dgm:cxn modelId="{55F31218-A67C-45AA-9D48-47AC18BB266A}" type="presParOf" srcId="{721DB815-50D8-42F8-84A0-31817B738776}" destId="{B1520EAA-27E4-477E-B7E4-6E09D727D51B}" srcOrd="8" destOrd="0" presId="urn:microsoft.com/office/officeart/2018/2/layout/IconCircleList"/>
    <dgm:cxn modelId="{8A4EDF6E-6B78-41ED-A041-0E555C659EF8}" type="presParOf" srcId="{B1520EAA-27E4-477E-B7E4-6E09D727D51B}" destId="{E6142CB6-0FC9-4CDD-98DC-A5B6F45F6714}" srcOrd="0" destOrd="0" presId="urn:microsoft.com/office/officeart/2018/2/layout/IconCircleList"/>
    <dgm:cxn modelId="{5AB51E5C-B64A-4B57-B222-84035BC02FCB}" type="presParOf" srcId="{B1520EAA-27E4-477E-B7E4-6E09D727D51B}" destId="{0D075559-44B6-4316-A977-A2BDC62278B9}" srcOrd="1" destOrd="0" presId="urn:microsoft.com/office/officeart/2018/2/layout/IconCircleList"/>
    <dgm:cxn modelId="{43530E5E-B062-4C97-9ACC-66120B48B7C2}" type="presParOf" srcId="{B1520EAA-27E4-477E-B7E4-6E09D727D51B}" destId="{E669EA45-C407-49B4-BF0E-B260DF69BF77}" srcOrd="2" destOrd="0" presId="urn:microsoft.com/office/officeart/2018/2/layout/IconCircleList"/>
    <dgm:cxn modelId="{0CDD8BD1-2DAB-4533-A7BE-BC0974AEA86D}" type="presParOf" srcId="{B1520EAA-27E4-477E-B7E4-6E09D727D51B}" destId="{CFD017A2-15A5-4039-88FC-9354C3640449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7178B9D-764A-4316-8F40-D9866203E444}">
      <dsp:nvSpPr>
        <dsp:cNvPr id="0" name=""/>
        <dsp:cNvSpPr/>
      </dsp:nvSpPr>
      <dsp:spPr>
        <a:xfrm>
          <a:off x="1500718" y="5492"/>
          <a:ext cx="1075464" cy="1075464"/>
        </a:xfrm>
        <a:prstGeom prst="ellipse">
          <a:avLst/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14EC82E-E1A6-4D83-BDD7-936797DDE568}">
      <dsp:nvSpPr>
        <dsp:cNvPr id="0" name=""/>
        <dsp:cNvSpPr/>
      </dsp:nvSpPr>
      <dsp:spPr>
        <a:xfrm>
          <a:off x="1726565" y="231339"/>
          <a:ext cx="623769" cy="62376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6BA082C-C0FA-41EC-BB07-632DEB9D0429}">
      <dsp:nvSpPr>
        <dsp:cNvPr id="0" name=""/>
        <dsp:cNvSpPr/>
      </dsp:nvSpPr>
      <dsp:spPr>
        <a:xfrm>
          <a:off x="2806639" y="5492"/>
          <a:ext cx="2535022" cy="10754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kern="1200"/>
            <a:t>Build a </a:t>
          </a:r>
          <a:r>
            <a:rPr lang="en-US" sz="1900" kern="1200"/>
            <a:t>supervised ML model for fake </a:t>
          </a:r>
          <a:r>
            <a:rPr lang="en-US" sz="1900" b="0" kern="1200"/>
            <a:t>news </a:t>
          </a:r>
          <a:r>
            <a:rPr lang="en-US" sz="1900" kern="1200"/>
            <a:t>classification</a:t>
          </a:r>
          <a:r>
            <a:rPr lang="en-US" sz="1900" b="0" kern="1200"/>
            <a:t>.</a:t>
          </a:r>
          <a:endParaRPr lang="en-US" sz="1900" kern="1200"/>
        </a:p>
      </dsp:txBody>
      <dsp:txXfrm>
        <a:off x="2806639" y="5492"/>
        <a:ext cx="2535022" cy="1075464"/>
      </dsp:txXfrm>
    </dsp:sp>
    <dsp:sp modelId="{742B380A-6619-471D-B9F4-172C0EC720DC}">
      <dsp:nvSpPr>
        <dsp:cNvPr id="0" name=""/>
        <dsp:cNvSpPr/>
      </dsp:nvSpPr>
      <dsp:spPr>
        <a:xfrm>
          <a:off x="5783370" y="5492"/>
          <a:ext cx="1075464" cy="1075464"/>
        </a:xfrm>
        <a:prstGeom prst="ellipse">
          <a:avLst/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F695CDF-FE5B-49D8-BEF8-0AC4CC0B5707}">
      <dsp:nvSpPr>
        <dsp:cNvPr id="0" name=""/>
        <dsp:cNvSpPr/>
      </dsp:nvSpPr>
      <dsp:spPr>
        <a:xfrm>
          <a:off x="6009217" y="231339"/>
          <a:ext cx="623769" cy="62376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245CC5B-CCD7-446E-881F-48B2CDBA0D6F}">
      <dsp:nvSpPr>
        <dsp:cNvPr id="0" name=""/>
        <dsp:cNvSpPr/>
      </dsp:nvSpPr>
      <dsp:spPr>
        <a:xfrm>
          <a:off x="7089291" y="5492"/>
          <a:ext cx="2535022" cy="10754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Apply NLP techniques for text preprocessing</a:t>
          </a:r>
          <a:r>
            <a:rPr lang="en-US" sz="1900" b="0" kern="1200"/>
            <a:t>.</a:t>
          </a:r>
          <a:endParaRPr lang="en-US" sz="1900" kern="1200"/>
        </a:p>
      </dsp:txBody>
      <dsp:txXfrm>
        <a:off x="7089291" y="5492"/>
        <a:ext cx="2535022" cy="1075464"/>
      </dsp:txXfrm>
    </dsp:sp>
    <dsp:sp modelId="{65809665-A26A-4B18-AAEB-C7F024F1813D}">
      <dsp:nvSpPr>
        <dsp:cNvPr id="0" name=""/>
        <dsp:cNvSpPr/>
      </dsp:nvSpPr>
      <dsp:spPr>
        <a:xfrm>
          <a:off x="1500718" y="1914825"/>
          <a:ext cx="1075464" cy="1075464"/>
        </a:xfrm>
        <a:prstGeom prst="ellipse">
          <a:avLst/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B36D925-EB1E-40D4-87EC-5F59414B91BE}">
      <dsp:nvSpPr>
        <dsp:cNvPr id="0" name=""/>
        <dsp:cNvSpPr/>
      </dsp:nvSpPr>
      <dsp:spPr>
        <a:xfrm>
          <a:off x="1726565" y="2140673"/>
          <a:ext cx="623769" cy="62376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EB2B182-7B49-4537-B73E-ABEE91686EB3}">
      <dsp:nvSpPr>
        <dsp:cNvPr id="0" name=""/>
        <dsp:cNvSpPr/>
      </dsp:nvSpPr>
      <dsp:spPr>
        <a:xfrm>
          <a:off x="2806639" y="1914825"/>
          <a:ext cx="2535022" cy="10754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Convert text data into numerical form using feature extraction</a:t>
          </a:r>
          <a:r>
            <a:rPr lang="en-US" sz="1900" b="0" kern="1200"/>
            <a:t>.</a:t>
          </a:r>
          <a:endParaRPr lang="en-US" sz="1900" kern="1200"/>
        </a:p>
      </dsp:txBody>
      <dsp:txXfrm>
        <a:off x="2806639" y="1914825"/>
        <a:ext cx="2535022" cy="1075464"/>
      </dsp:txXfrm>
    </dsp:sp>
    <dsp:sp modelId="{0EA211C0-2D71-43B0-AD3A-0D20A26D13B6}">
      <dsp:nvSpPr>
        <dsp:cNvPr id="0" name=""/>
        <dsp:cNvSpPr/>
      </dsp:nvSpPr>
      <dsp:spPr>
        <a:xfrm>
          <a:off x="5783370" y="1914825"/>
          <a:ext cx="1075464" cy="1075464"/>
        </a:xfrm>
        <a:prstGeom prst="ellipse">
          <a:avLst/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738452D-E381-479F-B46C-EB91DB0F2E17}">
      <dsp:nvSpPr>
        <dsp:cNvPr id="0" name=""/>
        <dsp:cNvSpPr/>
      </dsp:nvSpPr>
      <dsp:spPr>
        <a:xfrm>
          <a:off x="6009217" y="2140673"/>
          <a:ext cx="623769" cy="62376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1BDF2CF-034F-4260-8089-1652CC7DE22F}">
      <dsp:nvSpPr>
        <dsp:cNvPr id="0" name=""/>
        <dsp:cNvSpPr/>
      </dsp:nvSpPr>
      <dsp:spPr>
        <a:xfrm>
          <a:off x="7089291" y="1914825"/>
          <a:ext cx="2535022" cy="10754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Evaluate model performance using standard metrics</a:t>
          </a:r>
          <a:r>
            <a:rPr lang="en-US" sz="1900" b="0" kern="1200"/>
            <a:t>.</a:t>
          </a:r>
          <a:endParaRPr lang="en-US" sz="1900" kern="1200"/>
        </a:p>
      </dsp:txBody>
      <dsp:txXfrm>
        <a:off x="7089291" y="1914825"/>
        <a:ext cx="2535022" cy="1075464"/>
      </dsp:txXfrm>
    </dsp:sp>
    <dsp:sp modelId="{E6142CB6-0FC9-4CDD-98DC-A5B6F45F6714}">
      <dsp:nvSpPr>
        <dsp:cNvPr id="0" name=""/>
        <dsp:cNvSpPr/>
      </dsp:nvSpPr>
      <dsp:spPr>
        <a:xfrm>
          <a:off x="1500718" y="3824159"/>
          <a:ext cx="1075464" cy="1075464"/>
        </a:xfrm>
        <a:prstGeom prst="ellipse">
          <a:avLst/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D075559-44B6-4316-A977-A2BDC62278B9}">
      <dsp:nvSpPr>
        <dsp:cNvPr id="0" name=""/>
        <dsp:cNvSpPr/>
      </dsp:nvSpPr>
      <dsp:spPr>
        <a:xfrm>
          <a:off x="1726565" y="4050007"/>
          <a:ext cx="623769" cy="62376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FD017A2-15A5-4039-88FC-9354C3640449}">
      <dsp:nvSpPr>
        <dsp:cNvPr id="0" name=""/>
        <dsp:cNvSpPr/>
      </dsp:nvSpPr>
      <dsp:spPr>
        <a:xfrm>
          <a:off x="2806639" y="3824159"/>
          <a:ext cx="2535022" cy="10754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kern="1200"/>
            <a:t>Improve awareness </a:t>
          </a:r>
          <a:r>
            <a:rPr lang="en-US" sz="1900" kern="1200"/>
            <a:t>through automated prediction</a:t>
          </a:r>
          <a:r>
            <a:rPr lang="en-US" sz="1900" b="0" kern="1200"/>
            <a:t>.</a:t>
          </a:r>
          <a:endParaRPr lang="en-US" sz="1900" kern="1200"/>
        </a:p>
      </dsp:txBody>
      <dsp:txXfrm>
        <a:off x="2806639" y="3824159"/>
        <a:ext cx="2535022" cy="107546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2D05EE-1874-40CA-ACBB-AAFE8CEAEC56}" type="datetimeFigureOut">
              <a:t>4/11/2026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9B9498-FDEE-4498-AC3A-C83DFCC8A50A}" type="slidenum"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07769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965C32D-63EE-4133-9108-A2BD34E475D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371621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DD6F49-EBB7-4CCF-97A8-E526BB28BB69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10727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1172" y="3425399"/>
            <a:ext cx="7685140" cy="2621154"/>
          </a:xfrm>
        </p:spPr>
        <p:txBody>
          <a:bodyPr anchor="b">
            <a:noAutofit/>
          </a:bodyPr>
          <a:lstStyle>
            <a:lvl1pPr algn="l">
              <a:defRPr sz="72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1172" y="415057"/>
            <a:ext cx="7685139" cy="1414091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04EF954-66B1-4168-AF40-97F3DAF43FC4}" type="datetime1">
              <a:rPr lang="en-US" smtClean="0"/>
              <a:t>4/11/2026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4C450F2-3BB4-4AE4-8A35-A9D7AEA4C85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13510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172" y="553616"/>
            <a:ext cx="7914087" cy="4008859"/>
          </a:xfrm>
        </p:spPr>
        <p:txBody>
          <a:bodyPr anchor="t">
            <a:normAutofit/>
          </a:bodyPr>
          <a:lstStyle>
            <a:lvl1pPr>
              <a:defRPr sz="6000" cap="all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1172" y="5088156"/>
            <a:ext cx="7914087" cy="1166648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1172" y="6490524"/>
            <a:ext cx="2841959" cy="336141"/>
          </a:xfrm>
        </p:spPr>
        <p:txBody>
          <a:bodyPr/>
          <a:lstStyle/>
          <a:p>
            <a:fld id="{26233410-150A-4A72-BF63-6D3ACBC30148}" type="datetime1">
              <a:rPr lang="en-US" smtClean="0"/>
              <a:t>4/11/2026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93370" y="6490524"/>
            <a:ext cx="2662834" cy="336141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450F2-3BB4-4AE4-8A35-A9D7AEA4C85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41002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_Section Head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172" y="553616"/>
            <a:ext cx="7914087" cy="4008859"/>
          </a:xfrm>
        </p:spPr>
        <p:txBody>
          <a:bodyPr anchor="t">
            <a:normAutofit/>
          </a:bodyPr>
          <a:lstStyle>
            <a:lvl1pPr>
              <a:defRPr sz="6000" cap="all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1172" y="5088156"/>
            <a:ext cx="7914087" cy="1166648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1172" y="6490524"/>
            <a:ext cx="2841959" cy="336141"/>
          </a:xfrm>
        </p:spPr>
        <p:txBody>
          <a:bodyPr/>
          <a:lstStyle/>
          <a:p>
            <a:fld id="{91AF1D09-6B76-4716-AD3D-9F53166D3BF5}" type="datetime1">
              <a:rPr lang="en-US" smtClean="0"/>
              <a:t>4/11/2026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93370" y="6490524"/>
            <a:ext cx="2662834" cy="336141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450F2-3BB4-4AE4-8A35-A9D7AEA4C85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72050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172" y="293302"/>
            <a:ext cx="11125032" cy="965101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172" y="1384847"/>
            <a:ext cx="11125032" cy="49051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21D4C7-8630-4B98-978C-30388BBD4EE8}" type="datetime1">
              <a:rPr lang="en-US" smtClean="0"/>
              <a:t>4/11/2026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450F2-3BB4-4AE4-8A35-A9D7AEA4C85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44432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Photo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5276088"/>
            <a:ext cx="11347704" cy="786384"/>
          </a:xfrm>
        </p:spPr>
        <p:txBody>
          <a:bodyPr anchor="b">
            <a:normAutofit/>
          </a:bodyPr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5980176"/>
            <a:ext cx="11347704" cy="53035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A9E06FED-92D3-C4D6-28D7-600D842F7AC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1733150" cy="5135804"/>
          </a:xfrm>
          <a:custGeom>
            <a:avLst/>
            <a:gdLst>
              <a:gd name="connsiteX0" fmla="*/ 0 w 11733150"/>
              <a:gd name="connsiteY0" fmla="*/ 0 h 5135804"/>
              <a:gd name="connsiteX1" fmla="*/ 11733150 w 11733150"/>
              <a:gd name="connsiteY1" fmla="*/ 0 h 5135804"/>
              <a:gd name="connsiteX2" fmla="*/ 11733150 w 11733150"/>
              <a:gd name="connsiteY2" fmla="*/ 4533808 h 5135804"/>
              <a:gd name="connsiteX3" fmla="*/ 11131154 w 11733150"/>
              <a:gd name="connsiteY3" fmla="*/ 5135804 h 5135804"/>
              <a:gd name="connsiteX4" fmla="*/ 0 w 11733150"/>
              <a:gd name="connsiteY4" fmla="*/ 5135804 h 51358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733150" h="5135804">
                <a:moveTo>
                  <a:pt x="0" y="0"/>
                </a:moveTo>
                <a:lnTo>
                  <a:pt x="11733150" y="0"/>
                </a:lnTo>
                <a:lnTo>
                  <a:pt x="11733150" y="4533808"/>
                </a:lnTo>
                <a:cubicBezTo>
                  <a:pt x="11733150" y="4866281"/>
                  <a:pt x="11463627" y="5135804"/>
                  <a:pt x="11131154" y="5135804"/>
                </a:cubicBezTo>
                <a:lnTo>
                  <a:pt x="0" y="5135804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6519672"/>
            <a:ext cx="3494314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fld id="{8C13480A-5F85-4A30-80F2-F92581C6474C}" type="datetime1">
              <a:rPr lang="en-US" smtClean="0"/>
              <a:t>4/11/2026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76521" y="6519672"/>
            <a:ext cx="2805405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2162" y="6519672"/>
            <a:ext cx="429207" cy="365125"/>
          </a:xfrm>
        </p:spPr>
        <p:txBody>
          <a:bodyPr vert="horz" lIns="91440" tIns="45720" rIns="91440" bIns="45720" rtlCol="0" anchor="ctr"/>
          <a:lstStyle>
            <a:lvl1pPr>
              <a:defRPr lang="en-US" smtClean="0">
                <a:solidFill>
                  <a:schemeClr val="bg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61847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Photo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411480"/>
            <a:ext cx="4590288" cy="3739896"/>
          </a:xfrm>
        </p:spPr>
        <p:txBody>
          <a:bodyPr anchor="t">
            <a:normAutofit/>
          </a:bodyPr>
          <a:lstStyle>
            <a:lvl1pPr algn="l">
              <a:defRPr sz="52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4873752"/>
            <a:ext cx="4206240" cy="1380744"/>
          </a:xfrm>
        </p:spPr>
        <p:txBody>
          <a:bodyPr anchor="b">
            <a:normAutofit/>
          </a:bodyPr>
          <a:lstStyle>
            <a:lvl1pPr marL="0" indent="0" algn="l"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5" name="Picture Placeholder 6">
            <a:extLst>
              <a:ext uri="{FF2B5EF4-FFF2-40B4-BE49-F238E27FC236}">
                <a16:creationId xmlns:a16="http://schemas.microsoft.com/office/drawing/2014/main" id="{3D161DAC-42AF-C3D9-37A1-04B90F30DEE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586160" y="0"/>
            <a:ext cx="6605841" cy="6399152"/>
          </a:xfrm>
          <a:custGeom>
            <a:avLst/>
            <a:gdLst>
              <a:gd name="connsiteX0" fmla="*/ 0 w 6605841"/>
              <a:gd name="connsiteY0" fmla="*/ 0 h 6399152"/>
              <a:gd name="connsiteX1" fmla="*/ 6605841 w 6605841"/>
              <a:gd name="connsiteY1" fmla="*/ 0 h 6399152"/>
              <a:gd name="connsiteX2" fmla="*/ 6605841 w 6605841"/>
              <a:gd name="connsiteY2" fmla="*/ 6399152 h 6399152"/>
              <a:gd name="connsiteX3" fmla="*/ 601995 w 6605841"/>
              <a:gd name="connsiteY3" fmla="*/ 6399152 h 6399152"/>
              <a:gd name="connsiteX4" fmla="*/ 0 w 6605841"/>
              <a:gd name="connsiteY4" fmla="*/ 5797156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05841" h="6399152">
                <a:moveTo>
                  <a:pt x="0" y="0"/>
                </a:moveTo>
                <a:lnTo>
                  <a:pt x="6605841" y="0"/>
                </a:lnTo>
                <a:lnTo>
                  <a:pt x="6605841" y="6399152"/>
                </a:lnTo>
                <a:lnTo>
                  <a:pt x="601995" y="6399152"/>
                </a:lnTo>
                <a:cubicBezTo>
                  <a:pt x="269522" y="6399152"/>
                  <a:pt x="0" y="6129629"/>
                  <a:pt x="0" y="5797156"/>
                </a:cubicBez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B2BF18D3-87BE-4A2D-AD2C-B21E415FD900}" type="datetime1">
              <a:rPr lang="en-US" smtClean="0"/>
              <a:t>4/11/2026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774033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Photo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411480"/>
            <a:ext cx="5330952" cy="3739896"/>
          </a:xfrm>
        </p:spPr>
        <p:txBody>
          <a:bodyPr anchor="t">
            <a:normAutofit/>
          </a:bodyPr>
          <a:lstStyle>
            <a:lvl1pPr algn="l">
              <a:defRPr sz="6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4873752"/>
            <a:ext cx="4517136" cy="1380744"/>
          </a:xfrm>
        </p:spPr>
        <p:txBody>
          <a:bodyPr anchor="b">
            <a:normAutofit/>
          </a:bodyPr>
          <a:lstStyle>
            <a:lvl1pPr marL="0" indent="0" algn="l"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" name="Picture Placeholder 6">
            <a:extLst>
              <a:ext uri="{FF2B5EF4-FFF2-40B4-BE49-F238E27FC236}">
                <a16:creationId xmlns:a16="http://schemas.microsoft.com/office/drawing/2014/main" id="{DEE3B02A-3B83-3083-3F07-26E25C6C135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517248" y="0"/>
            <a:ext cx="5674753" cy="6399152"/>
          </a:xfrm>
          <a:custGeom>
            <a:avLst/>
            <a:gdLst>
              <a:gd name="connsiteX0" fmla="*/ 0 w 5674753"/>
              <a:gd name="connsiteY0" fmla="*/ 0 h 6399152"/>
              <a:gd name="connsiteX1" fmla="*/ 5674753 w 5674753"/>
              <a:gd name="connsiteY1" fmla="*/ 0 h 6399152"/>
              <a:gd name="connsiteX2" fmla="*/ 5674753 w 5674753"/>
              <a:gd name="connsiteY2" fmla="*/ 6399152 h 6399152"/>
              <a:gd name="connsiteX3" fmla="*/ 601996 w 5674753"/>
              <a:gd name="connsiteY3" fmla="*/ 6399152 h 6399152"/>
              <a:gd name="connsiteX4" fmla="*/ 0 w 5674753"/>
              <a:gd name="connsiteY4" fmla="*/ 5797156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74753" h="6399152">
                <a:moveTo>
                  <a:pt x="0" y="0"/>
                </a:moveTo>
                <a:lnTo>
                  <a:pt x="5674753" y="0"/>
                </a:lnTo>
                <a:lnTo>
                  <a:pt x="5674753" y="6399152"/>
                </a:lnTo>
                <a:lnTo>
                  <a:pt x="601996" y="6399152"/>
                </a:lnTo>
                <a:cubicBezTo>
                  <a:pt x="269523" y="6399152"/>
                  <a:pt x="0" y="6129629"/>
                  <a:pt x="0" y="5797156"/>
                </a:cubicBez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73F0B94E-0195-4FC9-AEFD-CCBB878ACEDF}" type="datetime1">
              <a:rPr lang="en-US" smtClean="0"/>
              <a:t>4/11/2026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932866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Photo 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69480" y="411480"/>
            <a:ext cx="4361688" cy="3968496"/>
          </a:xfrm>
        </p:spPr>
        <p:txBody>
          <a:bodyPr anchor="t">
            <a:normAutofit/>
          </a:bodyPr>
          <a:lstStyle>
            <a:lvl1pPr algn="l">
              <a:defRPr sz="5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69480" y="4873752"/>
            <a:ext cx="4206240" cy="1380744"/>
          </a:xfrm>
        </p:spPr>
        <p:txBody>
          <a:bodyPr anchor="b">
            <a:normAutofit/>
          </a:bodyPr>
          <a:lstStyle>
            <a:lvl1pPr marL="0" indent="0" algn="l"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1D6AB98B-BD95-F9FC-BB22-1A89B6EE324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604503" cy="6399152"/>
          </a:xfrm>
          <a:custGeom>
            <a:avLst/>
            <a:gdLst>
              <a:gd name="connsiteX0" fmla="*/ 0 w 6604503"/>
              <a:gd name="connsiteY0" fmla="*/ 0 h 6399152"/>
              <a:gd name="connsiteX1" fmla="*/ 6604503 w 6604503"/>
              <a:gd name="connsiteY1" fmla="*/ 0 h 6399152"/>
              <a:gd name="connsiteX2" fmla="*/ 6604503 w 6604503"/>
              <a:gd name="connsiteY2" fmla="*/ 5797156 h 6399152"/>
              <a:gd name="connsiteX3" fmla="*/ 6002507 w 6604503"/>
              <a:gd name="connsiteY3" fmla="*/ 6399152 h 6399152"/>
              <a:gd name="connsiteX4" fmla="*/ 0 w 6604503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04503" h="6399152">
                <a:moveTo>
                  <a:pt x="0" y="0"/>
                </a:moveTo>
                <a:lnTo>
                  <a:pt x="6604503" y="0"/>
                </a:lnTo>
                <a:lnTo>
                  <a:pt x="6604503" y="5797156"/>
                </a:lnTo>
                <a:cubicBezTo>
                  <a:pt x="6604503" y="6129629"/>
                  <a:pt x="6334980" y="6399152"/>
                  <a:pt x="6002507" y="6399152"/>
                </a:cubicBezTo>
                <a:lnTo>
                  <a:pt x="0" y="6399152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9B0F68CC-6BDD-49E7-8971-97164A4B1FA2}" type="datetime1">
              <a:rPr lang="en-US" smtClean="0"/>
              <a:t>4/11/2026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91141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411480"/>
            <a:ext cx="11045952" cy="1828800"/>
          </a:xfrm>
        </p:spPr>
        <p:txBody>
          <a:bodyPr anchor="t">
            <a:normAutofit/>
          </a:bodyPr>
          <a:lstStyle>
            <a:lvl1pPr>
              <a:defRPr sz="8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72784" y="2423160"/>
            <a:ext cx="5202936" cy="3858768"/>
          </a:xfrm>
        </p:spPr>
        <p:txBody>
          <a:bodyPr vert="horz" lIns="91440" tIns="45720" rIns="91440" bIns="45720" rtlCol="0">
            <a:normAutofit/>
          </a:bodyPr>
          <a:lstStyle>
            <a:lvl1pPr marL="457200" indent="-457200">
              <a:buFont typeface="+mj-lt"/>
              <a:buAutoNum type="arabicPeriod"/>
              <a:defRPr lang="en-US" dirty="0"/>
            </a:lvl1pPr>
            <a:lvl2pPr marL="571500" indent="-342900">
              <a:buFont typeface="+mj-lt"/>
              <a:buAutoNum type="alphaLcPeriod"/>
              <a:defRPr lang="en-US" dirty="0"/>
            </a:lvl2pPr>
            <a:lvl3pPr marL="800100" indent="-342900">
              <a:buFont typeface="+mj-lt"/>
              <a:buAutoNum type="romanLcPeriod"/>
              <a:defRPr lang="en-US" dirty="0"/>
            </a:lvl3pPr>
            <a:lvl4pPr marL="914400" indent="-228600">
              <a:buFont typeface="+mj-lt"/>
              <a:buAutoNum type="arabicParenR"/>
              <a:defRPr lang="en-US" dirty="0"/>
            </a:lvl4pPr>
            <a:lvl5pPr marL="1143000" indent="-228600">
              <a:buFont typeface="+mj-lt"/>
              <a:buAutoNum type="alphaLcParenR"/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4D5D5-F2FF-4BCB-BACC-FA9A736697CB}" type="datetime1">
              <a:rPr lang="en-US" smtClean="0"/>
              <a:t>4/11/2026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9664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91006" y="998230"/>
            <a:ext cx="3951469" cy="1947672"/>
          </a:xfrm>
        </p:spPr>
        <p:txBody>
          <a:bodyPr anchor="b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DD60ACDC-1760-F721-E270-0D2FC4872DF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7002464" cy="6399152"/>
          </a:xfrm>
          <a:custGeom>
            <a:avLst/>
            <a:gdLst>
              <a:gd name="connsiteX0" fmla="*/ 0 w 7002464"/>
              <a:gd name="connsiteY0" fmla="*/ 0 h 6399152"/>
              <a:gd name="connsiteX1" fmla="*/ 7002464 w 7002464"/>
              <a:gd name="connsiteY1" fmla="*/ 0 h 6399152"/>
              <a:gd name="connsiteX2" fmla="*/ 7002464 w 7002464"/>
              <a:gd name="connsiteY2" fmla="*/ 5797156 h 6399152"/>
              <a:gd name="connsiteX3" fmla="*/ 6400468 w 7002464"/>
              <a:gd name="connsiteY3" fmla="*/ 6399152 h 6399152"/>
              <a:gd name="connsiteX4" fmla="*/ 0 w 7002464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02464" h="6399152">
                <a:moveTo>
                  <a:pt x="0" y="0"/>
                </a:moveTo>
                <a:lnTo>
                  <a:pt x="7002464" y="0"/>
                </a:lnTo>
                <a:lnTo>
                  <a:pt x="7002464" y="5797156"/>
                </a:lnTo>
                <a:cubicBezTo>
                  <a:pt x="7002464" y="6129629"/>
                  <a:pt x="6732941" y="6399152"/>
                  <a:pt x="6400468" y="6399152"/>
                </a:cubicBezTo>
                <a:lnTo>
                  <a:pt x="0" y="6399152"/>
                </a:lnTo>
                <a:close/>
              </a:path>
            </a:pathLst>
          </a:custGeom>
          <a:blipFill dpi="0"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91007" y="3099815"/>
            <a:ext cx="3951469" cy="3084599"/>
          </a:xfrm>
        </p:spPr>
        <p:txBody>
          <a:bodyPr>
            <a:normAutofit/>
          </a:bodyPr>
          <a:lstStyle>
            <a:lvl1pPr marL="342900" indent="-342900">
              <a:buFont typeface="+mj-lt"/>
              <a:buAutoNum type="arabicPeriod"/>
              <a:defRPr sz="1800"/>
            </a:lvl1pPr>
            <a:lvl2pPr marL="571500" indent="-342900">
              <a:buFont typeface="+mj-lt"/>
              <a:buAutoNum type="alphaLcPeriod"/>
              <a:defRPr sz="1600"/>
            </a:lvl2pPr>
            <a:lvl3pPr marL="800100" indent="-342900">
              <a:buFont typeface="+mj-lt"/>
              <a:buAutoNum type="romanLcPeriod"/>
              <a:defRPr sz="1400"/>
            </a:lvl3pPr>
            <a:lvl4pPr marL="914400" indent="-228600">
              <a:buFont typeface="+mj-lt"/>
              <a:buAutoNum type="arabicParenR"/>
              <a:defRPr sz="1200"/>
            </a:lvl4pPr>
            <a:lvl5pPr marL="1143000" indent="-228600">
              <a:buFont typeface="+mj-lt"/>
              <a:buAutoNum type="alphaLcParenR"/>
              <a:defRPr sz="11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747D10D-DAA6-49BD-BCDC-42DE71F72A89}" type="datetime1">
              <a:rPr lang="en-US" smtClean="0"/>
              <a:t>4/11/2026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281630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4984" y="2478024"/>
            <a:ext cx="4325112" cy="2454796"/>
          </a:xfrm>
        </p:spPr>
        <p:txBody>
          <a:bodyPr anchor="t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73800" y="2478024"/>
            <a:ext cx="4325112" cy="2454796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131313"/>
                </a:solidFill>
                <a:effectLst/>
                <a:uLnTx/>
                <a:uFillTx/>
                <a:latin typeface="Neue Haas Grotesk Text Pro"/>
                <a:ea typeface="+mn-ea"/>
                <a:cs typeface="+mn-cs"/>
              </a:rPr>
              <a:t>Click to edit Master text styles</a:t>
            </a:r>
          </a:p>
          <a:p>
            <a:pPr marL="4572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131313"/>
                </a:solidFill>
                <a:effectLst/>
                <a:uLnTx/>
                <a:uFillTx/>
                <a:latin typeface="Neue Haas Grotesk Text Pro"/>
                <a:ea typeface="+mn-ea"/>
                <a:cs typeface="+mn-cs"/>
              </a:rPr>
              <a:t>Second level</a:t>
            </a:r>
          </a:p>
          <a:p>
            <a:pPr marL="6858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31313"/>
                </a:solidFill>
                <a:effectLst/>
                <a:uLnTx/>
                <a:uFillTx/>
                <a:latin typeface="Neue Haas Grotesk Text Pro"/>
                <a:ea typeface="+mn-ea"/>
                <a:cs typeface="+mn-cs"/>
              </a:rPr>
              <a:t>Third level</a:t>
            </a:r>
          </a:p>
          <a:p>
            <a:pPr marL="9144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31313"/>
                </a:solidFill>
                <a:effectLst/>
                <a:uLnTx/>
                <a:uFillTx/>
                <a:latin typeface="Neue Haas Grotesk Text Pro"/>
                <a:ea typeface="+mn-ea"/>
                <a:cs typeface="+mn-cs"/>
              </a:rPr>
              <a:t>Fourth level</a:t>
            </a:r>
          </a:p>
          <a:p>
            <a:pPr marL="11430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31313"/>
                </a:solidFill>
                <a:effectLst/>
                <a:uLnTx/>
                <a:uFillTx/>
                <a:latin typeface="Neue Haas Grotesk Text Pro"/>
                <a:ea typeface="+mn-ea"/>
                <a:cs typeface="+mn-cs"/>
              </a:rP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99C55D-C47D-42B9-AD20-3E2CCE08596C}" type="datetime1">
              <a:rPr lang="en-US" smtClean="0"/>
              <a:t>4/11/2026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31644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4984" y="2039112"/>
            <a:ext cx="3813048" cy="353872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22392" y="2039112"/>
            <a:ext cx="5047488" cy="353872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A44AD-1FB0-4882-B380-D102D5E41B49}" type="datetime1">
              <a:rPr lang="en-US" smtClean="0"/>
              <a:t>4/11/2026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03170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1600200"/>
            <a:ext cx="4142232" cy="46360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22392" y="1600200"/>
            <a:ext cx="5788152" cy="463600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1FD0E9-BB2A-40F4-9FCA-339953EA9BCB}" type="datetime1">
              <a:rPr lang="en-US" smtClean="0"/>
              <a:t>4/11/2026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45397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7" y="640079"/>
            <a:ext cx="4032505" cy="3621024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22392" y="640715"/>
            <a:ext cx="5968098" cy="5719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DCE86-7B4C-43EC-801D-4B957536C306}" type="datetime1">
              <a:rPr lang="en-US" smtClean="0"/>
              <a:t>4/11/2026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296090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40080"/>
            <a:ext cx="3493008" cy="3621024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25696" y="640080"/>
            <a:ext cx="7159752" cy="5724144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D3FCD9-BE24-4676-9D2E-63D9ED82EDA2}" type="datetime1">
              <a:rPr lang="en-US" smtClean="0"/>
              <a:t>4/11/2026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422279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Only (Max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-1325880"/>
            <a:ext cx="10515600" cy="1325880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" y="329450"/>
            <a:ext cx="11924209" cy="61991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CA290A-121B-47D5-B4CD-63E70D76A5D5}" type="datetime1">
              <a:rPr lang="en-US" smtClean="0"/>
              <a:t>4/11/2026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662982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03504"/>
            <a:ext cx="4480560" cy="152704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7" y="2276856"/>
            <a:ext cx="4480560" cy="404164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CE823DF8-AABE-3B17-254E-81CD7CA2B5B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737594" y="0"/>
            <a:ext cx="6454406" cy="6399152"/>
          </a:xfrm>
          <a:custGeom>
            <a:avLst/>
            <a:gdLst>
              <a:gd name="connsiteX0" fmla="*/ 0 w 6454406"/>
              <a:gd name="connsiteY0" fmla="*/ 0 h 6399152"/>
              <a:gd name="connsiteX1" fmla="*/ 6454406 w 6454406"/>
              <a:gd name="connsiteY1" fmla="*/ 0 h 6399152"/>
              <a:gd name="connsiteX2" fmla="*/ 6454406 w 6454406"/>
              <a:gd name="connsiteY2" fmla="*/ 6399152 h 6399152"/>
              <a:gd name="connsiteX3" fmla="*/ 601995 w 6454406"/>
              <a:gd name="connsiteY3" fmla="*/ 6399152 h 6399152"/>
              <a:gd name="connsiteX4" fmla="*/ 0 w 6454406"/>
              <a:gd name="connsiteY4" fmla="*/ 5797156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454406" h="6399152">
                <a:moveTo>
                  <a:pt x="0" y="0"/>
                </a:moveTo>
                <a:lnTo>
                  <a:pt x="6454406" y="0"/>
                </a:lnTo>
                <a:lnTo>
                  <a:pt x="6454406" y="6399152"/>
                </a:lnTo>
                <a:lnTo>
                  <a:pt x="601995" y="6399152"/>
                </a:lnTo>
                <a:cubicBezTo>
                  <a:pt x="269522" y="6399152"/>
                  <a:pt x="0" y="6129629"/>
                  <a:pt x="0" y="5797156"/>
                </a:cubicBez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A58D8-7EDF-40A6-A98C-8CBDF59A319E}" type="datetime1">
              <a:rPr lang="en-US" smtClean="0"/>
              <a:t>4/11/2026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481245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6328" y="601755"/>
            <a:ext cx="4389120" cy="152704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6F26914B-7405-10AB-A859-8165D7B1A93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1"/>
            <a:ext cx="6591300" cy="6410303"/>
          </a:xfrm>
          <a:custGeom>
            <a:avLst/>
            <a:gdLst>
              <a:gd name="connsiteX0" fmla="*/ 0 w 6591300"/>
              <a:gd name="connsiteY0" fmla="*/ 0 h 6410303"/>
              <a:gd name="connsiteX1" fmla="*/ 6591300 w 6591300"/>
              <a:gd name="connsiteY1" fmla="*/ 0 h 6410303"/>
              <a:gd name="connsiteX2" fmla="*/ 6591300 w 6591300"/>
              <a:gd name="connsiteY2" fmla="*/ 5807073 h 6410303"/>
              <a:gd name="connsiteX3" fmla="*/ 5988070 w 6591300"/>
              <a:gd name="connsiteY3" fmla="*/ 6410303 h 6410303"/>
              <a:gd name="connsiteX4" fmla="*/ 0 w 6591300"/>
              <a:gd name="connsiteY4" fmla="*/ 6410303 h 64103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91300" h="6410303">
                <a:moveTo>
                  <a:pt x="0" y="0"/>
                </a:moveTo>
                <a:lnTo>
                  <a:pt x="6591300" y="0"/>
                </a:lnTo>
                <a:lnTo>
                  <a:pt x="6591300" y="5807073"/>
                </a:lnTo>
                <a:cubicBezTo>
                  <a:pt x="6591300" y="6140228"/>
                  <a:pt x="6321225" y="6410303"/>
                  <a:pt x="5988070" y="6410303"/>
                </a:cubicBezTo>
                <a:lnTo>
                  <a:pt x="0" y="6410303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96328" y="2276856"/>
            <a:ext cx="4389120" cy="404164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16DF7C3E-B5DF-4043-B2F9-CD94B277B81B}" type="datetime1">
              <a:rPr lang="en-US" smtClean="0"/>
              <a:t>4/11/2026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02502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03504"/>
            <a:ext cx="3401568" cy="152704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" y="2276856"/>
            <a:ext cx="3401568" cy="404164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58FA1BA0-D099-705F-F85E-3FBC782F765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502843" y="2"/>
            <a:ext cx="7689157" cy="6399151"/>
          </a:xfrm>
          <a:custGeom>
            <a:avLst/>
            <a:gdLst>
              <a:gd name="connsiteX0" fmla="*/ 0 w 7689157"/>
              <a:gd name="connsiteY0" fmla="*/ 0 h 6399151"/>
              <a:gd name="connsiteX1" fmla="*/ 7689157 w 7689157"/>
              <a:gd name="connsiteY1" fmla="*/ 0 h 6399151"/>
              <a:gd name="connsiteX2" fmla="*/ 7689157 w 7689157"/>
              <a:gd name="connsiteY2" fmla="*/ 6399151 h 6399151"/>
              <a:gd name="connsiteX3" fmla="*/ 601997 w 7689157"/>
              <a:gd name="connsiteY3" fmla="*/ 6399151 h 6399151"/>
              <a:gd name="connsiteX4" fmla="*/ 0 w 7689157"/>
              <a:gd name="connsiteY4" fmla="*/ 5797155 h 6399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89157" h="6399151">
                <a:moveTo>
                  <a:pt x="0" y="0"/>
                </a:moveTo>
                <a:lnTo>
                  <a:pt x="7689157" y="0"/>
                </a:lnTo>
                <a:lnTo>
                  <a:pt x="7689157" y="6399151"/>
                </a:lnTo>
                <a:lnTo>
                  <a:pt x="601997" y="6399151"/>
                </a:lnTo>
                <a:cubicBezTo>
                  <a:pt x="269523" y="6399151"/>
                  <a:pt x="0" y="6129628"/>
                  <a:pt x="0" y="5797155"/>
                </a:cubicBez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4F04B89-F088-43E2-8F95-5A2E5E9F612E}" type="datetime1">
              <a:rPr lang="en-US" smtClean="0"/>
              <a:t>4/11/2026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576029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21040" y="603504"/>
            <a:ext cx="3401568" cy="152704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F44EE1A0-D83B-FE6C-4495-F55C5070D5D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7734300" cy="6399152"/>
          </a:xfrm>
          <a:custGeom>
            <a:avLst/>
            <a:gdLst>
              <a:gd name="connsiteX0" fmla="*/ 0 w 7734300"/>
              <a:gd name="connsiteY0" fmla="*/ 0 h 6399152"/>
              <a:gd name="connsiteX1" fmla="*/ 7734300 w 7734300"/>
              <a:gd name="connsiteY1" fmla="*/ 0 h 6399152"/>
              <a:gd name="connsiteX2" fmla="*/ 7734300 w 7734300"/>
              <a:gd name="connsiteY2" fmla="*/ 5797156 h 6399152"/>
              <a:gd name="connsiteX3" fmla="*/ 7132304 w 7734300"/>
              <a:gd name="connsiteY3" fmla="*/ 6399152 h 6399152"/>
              <a:gd name="connsiteX4" fmla="*/ 0 w 7734300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34300" h="6399152">
                <a:moveTo>
                  <a:pt x="0" y="0"/>
                </a:moveTo>
                <a:lnTo>
                  <a:pt x="7734300" y="0"/>
                </a:lnTo>
                <a:lnTo>
                  <a:pt x="7734300" y="5797156"/>
                </a:lnTo>
                <a:cubicBezTo>
                  <a:pt x="7734300" y="6129629"/>
                  <a:pt x="7464777" y="6399152"/>
                  <a:pt x="7132304" y="6399152"/>
                </a:cubicBezTo>
                <a:lnTo>
                  <a:pt x="0" y="6399152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21040" y="2276856"/>
            <a:ext cx="3401568" cy="404164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A0FCFF8D-E3E3-4D6C-85D1-1D24204FD961}" type="datetime1">
              <a:rPr lang="en-US" smtClean="0"/>
              <a:t>4/11/2026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571720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4162318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4162318"/>
            <a:ext cx="7772400" cy="2240280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514350" indent="-285750">
              <a:buFont typeface="Arial" panose="020B0604020202020204" pitchFamily="34" charset="0"/>
              <a:buChar char="•"/>
              <a:defRPr sz="16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200"/>
            </a:lvl4pPr>
            <a:lvl5pPr marL="1085850" indent="-171450">
              <a:buFont typeface="Arial" panose="020B0604020202020204" pitchFamily="34" charset="0"/>
              <a:buChar char="•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0696DEB7-ADC8-3E90-7A63-F11D6535D0E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1750040" cy="3806246"/>
          </a:xfrm>
          <a:custGeom>
            <a:avLst/>
            <a:gdLst>
              <a:gd name="connsiteX0" fmla="*/ 0 w 11733150"/>
              <a:gd name="connsiteY0" fmla="*/ 0 h 3806246"/>
              <a:gd name="connsiteX1" fmla="*/ 11733150 w 11733150"/>
              <a:gd name="connsiteY1" fmla="*/ 0 h 3806246"/>
              <a:gd name="connsiteX2" fmla="*/ 11733150 w 11733150"/>
              <a:gd name="connsiteY2" fmla="*/ 3204250 h 3806246"/>
              <a:gd name="connsiteX3" fmla="*/ 11131154 w 11733150"/>
              <a:gd name="connsiteY3" fmla="*/ 3806246 h 3806246"/>
              <a:gd name="connsiteX4" fmla="*/ 0 w 11733150"/>
              <a:gd name="connsiteY4" fmla="*/ 3806246 h 38062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733150" h="3806246">
                <a:moveTo>
                  <a:pt x="0" y="0"/>
                </a:moveTo>
                <a:lnTo>
                  <a:pt x="11733150" y="0"/>
                </a:lnTo>
                <a:lnTo>
                  <a:pt x="11733150" y="3204250"/>
                </a:lnTo>
                <a:cubicBezTo>
                  <a:pt x="11733150" y="3536723"/>
                  <a:pt x="11463627" y="3806246"/>
                  <a:pt x="11131154" y="3806246"/>
                </a:cubicBezTo>
                <a:lnTo>
                  <a:pt x="0" y="3806246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9AD81-0F74-4052-9D15-1FCBE10FF531}" type="datetime1">
              <a:rPr lang="en-US" smtClean="0"/>
              <a:t>4/11/2026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043956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561425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561425"/>
            <a:ext cx="7772400" cy="2240280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514350" indent="-285750">
              <a:buFont typeface="Arial" panose="020B0604020202020204" pitchFamily="34" charset="0"/>
              <a:buChar char="•"/>
              <a:defRPr sz="16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200"/>
            </a:lvl4pPr>
            <a:lvl5pPr marL="1085850" indent="-171450">
              <a:buFont typeface="Arial" panose="020B0604020202020204" pitchFamily="34" charset="0"/>
              <a:buChar char="•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0558516-7088-BB33-D6DC-15ED4C60CBA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41960" y="3067414"/>
            <a:ext cx="11750040" cy="3790586"/>
          </a:xfrm>
          <a:custGeom>
            <a:avLst/>
            <a:gdLst>
              <a:gd name="connsiteX0" fmla="*/ 603695 w 11750040"/>
              <a:gd name="connsiteY0" fmla="*/ 0 h 3790586"/>
              <a:gd name="connsiteX1" fmla="*/ 11750040 w 11750040"/>
              <a:gd name="connsiteY1" fmla="*/ 0 h 3790586"/>
              <a:gd name="connsiteX2" fmla="*/ 11750040 w 11750040"/>
              <a:gd name="connsiteY2" fmla="*/ 3790586 h 3790586"/>
              <a:gd name="connsiteX3" fmla="*/ 0 w 11750040"/>
              <a:gd name="connsiteY3" fmla="*/ 3790586 h 3790586"/>
              <a:gd name="connsiteX4" fmla="*/ 0 w 11750040"/>
              <a:gd name="connsiteY4" fmla="*/ 603695 h 3790586"/>
              <a:gd name="connsiteX5" fmla="*/ 603695 w 11750040"/>
              <a:gd name="connsiteY5" fmla="*/ 0 h 37905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750040" h="3790586">
                <a:moveTo>
                  <a:pt x="603695" y="0"/>
                </a:moveTo>
                <a:lnTo>
                  <a:pt x="11750040" y="0"/>
                </a:lnTo>
                <a:lnTo>
                  <a:pt x="11750040" y="3790586"/>
                </a:lnTo>
                <a:lnTo>
                  <a:pt x="0" y="3790586"/>
                </a:lnTo>
                <a:lnTo>
                  <a:pt x="0" y="603695"/>
                </a:lnTo>
                <a:cubicBezTo>
                  <a:pt x="0" y="270283"/>
                  <a:pt x="270283" y="0"/>
                  <a:pt x="603695" y="0"/>
                </a:cubicBez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40460"/>
            <a:ext cx="3494314" cy="338328"/>
          </a:xfrm>
        </p:spPr>
        <p:txBody>
          <a:bodyPr/>
          <a:lstStyle/>
          <a:p>
            <a:fld id="{58567813-D47B-4BA9-A366-45E7794B6608}" type="datetime1">
              <a:rPr lang="en-US" smtClean="0"/>
              <a:t>4/11/2026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76521" y="40460"/>
            <a:ext cx="2805405" cy="338328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2162" y="40460"/>
            <a:ext cx="429207" cy="338328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601556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1896" y="1078992"/>
            <a:ext cx="3273552" cy="1947672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8073E866-A871-62F7-1E54-F2A44278F83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7734300" cy="6399152"/>
          </a:xfrm>
          <a:custGeom>
            <a:avLst/>
            <a:gdLst>
              <a:gd name="connsiteX0" fmla="*/ 0 w 7734300"/>
              <a:gd name="connsiteY0" fmla="*/ 0 h 6399152"/>
              <a:gd name="connsiteX1" fmla="*/ 7734300 w 7734300"/>
              <a:gd name="connsiteY1" fmla="*/ 0 h 6399152"/>
              <a:gd name="connsiteX2" fmla="*/ 7734300 w 7734300"/>
              <a:gd name="connsiteY2" fmla="*/ 5797156 h 6399152"/>
              <a:gd name="connsiteX3" fmla="*/ 7132304 w 7734300"/>
              <a:gd name="connsiteY3" fmla="*/ 6399152 h 6399152"/>
              <a:gd name="connsiteX4" fmla="*/ 0 w 7734300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34300" h="6399152">
                <a:moveTo>
                  <a:pt x="0" y="0"/>
                </a:moveTo>
                <a:lnTo>
                  <a:pt x="7734300" y="0"/>
                </a:lnTo>
                <a:lnTo>
                  <a:pt x="7734300" y="5797156"/>
                </a:lnTo>
                <a:cubicBezTo>
                  <a:pt x="7734300" y="6129629"/>
                  <a:pt x="7464777" y="6399152"/>
                  <a:pt x="7132304" y="6399152"/>
                </a:cubicBezTo>
                <a:lnTo>
                  <a:pt x="0" y="6399152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11896" y="3099816"/>
            <a:ext cx="3273552" cy="2953512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600"/>
            </a:lvl1pPr>
            <a:lvl2pPr marL="514350" indent="-285750">
              <a:buFont typeface="Arial" panose="020B0604020202020204" pitchFamily="34" charset="0"/>
              <a:buChar char="•"/>
              <a:defRPr sz="1400"/>
            </a:lvl2pPr>
            <a:lvl3pPr marL="628650" indent="-171450">
              <a:buFont typeface="Arial" panose="020B0604020202020204" pitchFamily="34" charset="0"/>
              <a:buChar char="•"/>
              <a:defRPr sz="1200"/>
            </a:lvl3pPr>
            <a:lvl4pPr marL="857250" indent="-171450">
              <a:buFont typeface="Arial" panose="020B0604020202020204" pitchFamily="34" charset="0"/>
              <a:buChar char="•"/>
              <a:defRPr sz="1100"/>
            </a:lvl4pPr>
            <a:lvl5pPr marL="1085850" indent="-171450">
              <a:buFont typeface="Arial" panose="020B0604020202020204" pitchFamily="34" charset="0"/>
              <a:buChar char="•"/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D3C75A4F-7395-44C0-9A76-83F0F6EA512A}" type="datetime1">
              <a:rPr lang="en-US" smtClean="0"/>
              <a:t>4/11/2026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827124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5111854"/>
            <a:ext cx="3945468" cy="138988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84372" y="5111854"/>
            <a:ext cx="6168356" cy="1389888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200"/>
            </a:lvl2pPr>
            <a:lvl3pPr marL="457200" indent="0">
              <a:buFont typeface="Arial" panose="020B0604020202020204" pitchFamily="34" charset="0"/>
              <a:buNone/>
              <a:defRPr sz="1100"/>
            </a:lvl3pPr>
            <a:lvl4pPr marL="685800" indent="0">
              <a:buFont typeface="Arial" panose="020B0604020202020204" pitchFamily="34" charset="0"/>
              <a:buNone/>
              <a:defRPr sz="1050"/>
            </a:lvl4pPr>
            <a:lvl5pPr marL="914400" indent="0">
              <a:buFont typeface="Arial" panose="020B0604020202020204" pitchFamily="34" charset="0"/>
              <a:buNone/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815B30A2-D0D1-DED2-1133-A673CEA16AE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1750040" cy="4724868"/>
          </a:xfrm>
          <a:custGeom>
            <a:avLst/>
            <a:gdLst>
              <a:gd name="connsiteX0" fmla="*/ 0 w 11750040"/>
              <a:gd name="connsiteY0" fmla="*/ 0 h 4724868"/>
              <a:gd name="connsiteX1" fmla="*/ 11750040 w 11750040"/>
              <a:gd name="connsiteY1" fmla="*/ 0 h 4724868"/>
              <a:gd name="connsiteX2" fmla="*/ 11750040 w 11750040"/>
              <a:gd name="connsiteY2" fmla="*/ 4122872 h 4724868"/>
              <a:gd name="connsiteX3" fmla="*/ 11148044 w 11750040"/>
              <a:gd name="connsiteY3" fmla="*/ 4724868 h 4724868"/>
              <a:gd name="connsiteX4" fmla="*/ 0 w 11750040"/>
              <a:gd name="connsiteY4" fmla="*/ 4724868 h 4724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750040" h="4724868">
                <a:moveTo>
                  <a:pt x="0" y="0"/>
                </a:moveTo>
                <a:lnTo>
                  <a:pt x="11750040" y="0"/>
                </a:lnTo>
                <a:lnTo>
                  <a:pt x="11750040" y="4122872"/>
                </a:lnTo>
                <a:cubicBezTo>
                  <a:pt x="11750040" y="4455345"/>
                  <a:pt x="11480517" y="4724868"/>
                  <a:pt x="11148044" y="4724868"/>
                </a:cubicBezTo>
                <a:lnTo>
                  <a:pt x="0" y="4724868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EEDCC-520A-464B-900A-5F7E0E1FFC43}" type="datetime1">
              <a:rPr lang="en-US" smtClean="0"/>
              <a:t>4/11/2026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360975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50408" y="548640"/>
            <a:ext cx="6035040" cy="1143000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C1AB8ED2-AD91-CB22-5624-BD41AB32529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4844052" cy="6399152"/>
          </a:xfrm>
          <a:custGeom>
            <a:avLst/>
            <a:gdLst>
              <a:gd name="connsiteX0" fmla="*/ 0 w 4844052"/>
              <a:gd name="connsiteY0" fmla="*/ 0 h 6399152"/>
              <a:gd name="connsiteX1" fmla="*/ 4844052 w 4844052"/>
              <a:gd name="connsiteY1" fmla="*/ 0 h 6399152"/>
              <a:gd name="connsiteX2" fmla="*/ 4844052 w 4844052"/>
              <a:gd name="connsiteY2" fmla="*/ 5795922 h 6399152"/>
              <a:gd name="connsiteX3" fmla="*/ 4240822 w 4844052"/>
              <a:gd name="connsiteY3" fmla="*/ 6399152 h 6399152"/>
              <a:gd name="connsiteX4" fmla="*/ 0 w 4844052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44052" h="6399152">
                <a:moveTo>
                  <a:pt x="0" y="0"/>
                </a:moveTo>
                <a:lnTo>
                  <a:pt x="4844052" y="0"/>
                </a:lnTo>
                <a:lnTo>
                  <a:pt x="4844052" y="5795922"/>
                </a:lnTo>
                <a:cubicBezTo>
                  <a:pt x="4844052" y="6129077"/>
                  <a:pt x="4573977" y="6399152"/>
                  <a:pt x="4240822" y="6399152"/>
                </a:cubicBezTo>
                <a:lnTo>
                  <a:pt x="0" y="6399152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50408" y="1828800"/>
            <a:ext cx="6035040" cy="44897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B36C1D43-E95A-44CE-BF39-AC264176BC74}" type="datetime1">
              <a:rPr lang="en-US" smtClean="0"/>
              <a:t>4/11/2026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13629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48640"/>
            <a:ext cx="6135624" cy="1143000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" y="1828800"/>
            <a:ext cx="6135624" cy="44897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D436AA50-FCF9-9A32-68F8-A124C794908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353304" y="0"/>
            <a:ext cx="4838696" cy="6399152"/>
          </a:xfrm>
          <a:custGeom>
            <a:avLst/>
            <a:gdLst>
              <a:gd name="connsiteX0" fmla="*/ 0 w 4838696"/>
              <a:gd name="connsiteY0" fmla="*/ 0 h 6399152"/>
              <a:gd name="connsiteX1" fmla="*/ 4838696 w 4838696"/>
              <a:gd name="connsiteY1" fmla="*/ 0 h 6399152"/>
              <a:gd name="connsiteX2" fmla="*/ 4838696 w 4838696"/>
              <a:gd name="connsiteY2" fmla="*/ 6399152 h 6399152"/>
              <a:gd name="connsiteX3" fmla="*/ 603230 w 4838696"/>
              <a:gd name="connsiteY3" fmla="*/ 6399152 h 6399152"/>
              <a:gd name="connsiteX4" fmla="*/ 0 w 4838696"/>
              <a:gd name="connsiteY4" fmla="*/ 579592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38696" h="6399152">
                <a:moveTo>
                  <a:pt x="0" y="0"/>
                </a:moveTo>
                <a:lnTo>
                  <a:pt x="4838696" y="0"/>
                </a:lnTo>
                <a:lnTo>
                  <a:pt x="4838696" y="6399152"/>
                </a:lnTo>
                <a:lnTo>
                  <a:pt x="603230" y="6399152"/>
                </a:lnTo>
                <a:cubicBezTo>
                  <a:pt x="270075" y="6399152"/>
                  <a:pt x="0" y="6129077"/>
                  <a:pt x="0" y="5795922"/>
                </a:cubicBez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84395D-714C-468A-B505-16E3BDC41D6C}" type="datetime1">
              <a:rPr lang="en-US" smtClean="0"/>
              <a:t>4/11/2026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594400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6328" y="320040"/>
            <a:ext cx="4389120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9">
            <a:extLst>
              <a:ext uri="{FF2B5EF4-FFF2-40B4-BE49-F238E27FC236}">
                <a16:creationId xmlns:a16="http://schemas.microsoft.com/office/drawing/2014/main" id="{6B8A8E1B-B99E-8C69-154E-2FAADB07D51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6591300" cy="6399152"/>
          </a:xfrm>
          <a:custGeom>
            <a:avLst/>
            <a:gdLst>
              <a:gd name="connsiteX0" fmla="*/ 0 w 6591300"/>
              <a:gd name="connsiteY0" fmla="*/ 0 h 6399152"/>
              <a:gd name="connsiteX1" fmla="*/ 6591300 w 6591300"/>
              <a:gd name="connsiteY1" fmla="*/ 0 h 6399152"/>
              <a:gd name="connsiteX2" fmla="*/ 6591300 w 6591300"/>
              <a:gd name="connsiteY2" fmla="*/ 5797156 h 6399152"/>
              <a:gd name="connsiteX3" fmla="*/ 5989304 w 6591300"/>
              <a:gd name="connsiteY3" fmla="*/ 6399152 h 6399152"/>
              <a:gd name="connsiteX4" fmla="*/ 0 w 6591300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91300" h="6399152">
                <a:moveTo>
                  <a:pt x="0" y="0"/>
                </a:moveTo>
                <a:lnTo>
                  <a:pt x="6591300" y="0"/>
                </a:lnTo>
                <a:lnTo>
                  <a:pt x="6591300" y="5797156"/>
                </a:lnTo>
                <a:cubicBezTo>
                  <a:pt x="6591300" y="6129629"/>
                  <a:pt x="6321777" y="6399152"/>
                  <a:pt x="5989304" y="6399152"/>
                </a:cubicBezTo>
                <a:lnTo>
                  <a:pt x="0" y="6399152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96328" y="1380744"/>
            <a:ext cx="4389120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4009D615-5030-44BE-B1E7-FCAF557FFC34}" type="datetime1">
              <a:rPr lang="en-US" smtClean="0"/>
              <a:t>4/11/2026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588665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7" y="320040"/>
            <a:ext cx="4573413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6" y="1380744"/>
            <a:ext cx="4573413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2BD82EEA-7278-1A73-C95C-473F75B5404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737593" y="0"/>
            <a:ext cx="6454407" cy="6399152"/>
          </a:xfrm>
          <a:custGeom>
            <a:avLst/>
            <a:gdLst>
              <a:gd name="connsiteX0" fmla="*/ 0 w 6454407"/>
              <a:gd name="connsiteY0" fmla="*/ 0 h 6399152"/>
              <a:gd name="connsiteX1" fmla="*/ 6454407 w 6454407"/>
              <a:gd name="connsiteY1" fmla="*/ 0 h 6399152"/>
              <a:gd name="connsiteX2" fmla="*/ 6454407 w 6454407"/>
              <a:gd name="connsiteY2" fmla="*/ 6399152 h 6399152"/>
              <a:gd name="connsiteX3" fmla="*/ 601996 w 6454407"/>
              <a:gd name="connsiteY3" fmla="*/ 6399152 h 6399152"/>
              <a:gd name="connsiteX4" fmla="*/ 0 w 6454407"/>
              <a:gd name="connsiteY4" fmla="*/ 5797156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454407" h="6399152">
                <a:moveTo>
                  <a:pt x="0" y="0"/>
                </a:moveTo>
                <a:lnTo>
                  <a:pt x="6454407" y="0"/>
                </a:lnTo>
                <a:lnTo>
                  <a:pt x="6454407" y="6399152"/>
                </a:lnTo>
                <a:lnTo>
                  <a:pt x="601996" y="6399152"/>
                </a:lnTo>
                <a:cubicBezTo>
                  <a:pt x="269523" y="6399152"/>
                  <a:pt x="0" y="6129629"/>
                  <a:pt x="0" y="5797156"/>
                </a:cubicBez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5D8DDD-BB5E-4F5B-81F2-5E5F98B403C0}" type="datetime1">
              <a:rPr lang="en-US" smtClean="0"/>
              <a:t>4/11/2026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971442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03504"/>
            <a:ext cx="11155680" cy="970463"/>
          </a:xfrm>
        </p:spPr>
        <p:txBody>
          <a:bodyPr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9C22D85-D675-737B-9F54-B9D7FC81919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1828800"/>
            <a:ext cx="6707699" cy="5029200"/>
          </a:xfrm>
          <a:custGeom>
            <a:avLst/>
            <a:gdLst>
              <a:gd name="connsiteX0" fmla="*/ 0 w 6707699"/>
              <a:gd name="connsiteY0" fmla="*/ 0 h 5029200"/>
              <a:gd name="connsiteX1" fmla="*/ 6129259 w 6707699"/>
              <a:gd name="connsiteY1" fmla="*/ 0 h 5029200"/>
              <a:gd name="connsiteX2" fmla="*/ 6707699 w 6707699"/>
              <a:gd name="connsiteY2" fmla="*/ 578440 h 5029200"/>
              <a:gd name="connsiteX3" fmla="*/ 6707699 w 6707699"/>
              <a:gd name="connsiteY3" fmla="*/ 5029200 h 5029200"/>
              <a:gd name="connsiteX4" fmla="*/ 0 w 6707699"/>
              <a:gd name="connsiteY4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707699" h="5029200">
                <a:moveTo>
                  <a:pt x="0" y="0"/>
                </a:moveTo>
                <a:lnTo>
                  <a:pt x="6129259" y="0"/>
                </a:lnTo>
                <a:cubicBezTo>
                  <a:pt x="6448723" y="0"/>
                  <a:pt x="6707699" y="258976"/>
                  <a:pt x="6707699" y="578440"/>
                </a:cubicBezTo>
                <a:lnTo>
                  <a:pt x="6707699" y="5029200"/>
                </a:lnTo>
                <a:lnTo>
                  <a:pt x="0" y="5029200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1897688-419F-6EB2-5CC1-DC14924E5F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89302" y="1828800"/>
            <a:ext cx="4196146" cy="45037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89302" y="6492240"/>
            <a:ext cx="1280160" cy="338328"/>
          </a:xfrm>
        </p:spPr>
        <p:txBody>
          <a:bodyPr/>
          <a:lstStyle/>
          <a:p>
            <a:fld id="{083588C5-4E32-4E6E-80AB-32A6125C957F}" type="datetime1">
              <a:rPr lang="en-US" smtClean="0"/>
              <a:t>4/11/2026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9462" y="6492240"/>
            <a:ext cx="2888554" cy="338328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978622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0076" y="320040"/>
            <a:ext cx="6766560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1B32E518-8213-A79A-7E36-BA4D782F8ED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4147926" cy="6399152"/>
          </a:xfrm>
          <a:custGeom>
            <a:avLst/>
            <a:gdLst>
              <a:gd name="connsiteX0" fmla="*/ 0 w 4147926"/>
              <a:gd name="connsiteY0" fmla="*/ 0 h 6399152"/>
              <a:gd name="connsiteX1" fmla="*/ 4147926 w 4147926"/>
              <a:gd name="connsiteY1" fmla="*/ 0 h 6399152"/>
              <a:gd name="connsiteX2" fmla="*/ 4147926 w 4147926"/>
              <a:gd name="connsiteY2" fmla="*/ 5795922 h 6399152"/>
              <a:gd name="connsiteX3" fmla="*/ 3544696 w 4147926"/>
              <a:gd name="connsiteY3" fmla="*/ 6399152 h 6399152"/>
              <a:gd name="connsiteX4" fmla="*/ 0 w 4147926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47926" h="6399152">
                <a:moveTo>
                  <a:pt x="0" y="0"/>
                </a:moveTo>
                <a:lnTo>
                  <a:pt x="4147926" y="0"/>
                </a:lnTo>
                <a:lnTo>
                  <a:pt x="4147926" y="5795922"/>
                </a:lnTo>
                <a:cubicBezTo>
                  <a:pt x="4147926" y="6129077"/>
                  <a:pt x="3877851" y="6399152"/>
                  <a:pt x="3544696" y="6399152"/>
                </a:cubicBezTo>
                <a:lnTo>
                  <a:pt x="0" y="6399152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20076" y="1380744"/>
            <a:ext cx="6766560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B337EAFE-6A88-4B1F-9ABC-CA3CFB830DD6}" type="datetime1">
              <a:rPr lang="en-US" smtClean="0"/>
              <a:t>4/11/2026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114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320040"/>
            <a:ext cx="6858000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" y="1380744"/>
            <a:ext cx="6858000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22444857-0BC3-ACAE-DBB1-5D530AA35ED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046768" y="0"/>
            <a:ext cx="4145232" cy="6399152"/>
          </a:xfrm>
          <a:custGeom>
            <a:avLst/>
            <a:gdLst>
              <a:gd name="connsiteX0" fmla="*/ 0 w 4145232"/>
              <a:gd name="connsiteY0" fmla="*/ 0 h 6399152"/>
              <a:gd name="connsiteX1" fmla="*/ 4145232 w 4145232"/>
              <a:gd name="connsiteY1" fmla="*/ 0 h 6399152"/>
              <a:gd name="connsiteX2" fmla="*/ 4145232 w 4145232"/>
              <a:gd name="connsiteY2" fmla="*/ 6399152 h 6399152"/>
              <a:gd name="connsiteX3" fmla="*/ 603230 w 4145232"/>
              <a:gd name="connsiteY3" fmla="*/ 6399152 h 6399152"/>
              <a:gd name="connsiteX4" fmla="*/ 0 w 4145232"/>
              <a:gd name="connsiteY4" fmla="*/ 579592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45232" h="6399152">
                <a:moveTo>
                  <a:pt x="0" y="0"/>
                </a:moveTo>
                <a:lnTo>
                  <a:pt x="4145232" y="0"/>
                </a:lnTo>
                <a:lnTo>
                  <a:pt x="4145232" y="6399152"/>
                </a:lnTo>
                <a:lnTo>
                  <a:pt x="603230" y="6399152"/>
                </a:lnTo>
                <a:cubicBezTo>
                  <a:pt x="270075" y="6399152"/>
                  <a:pt x="0" y="6129077"/>
                  <a:pt x="0" y="5795922"/>
                </a:cubicBez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70683-5F2F-44F3-8B59-45258C4FD45A}" type="datetime1">
              <a:rPr lang="en-US" smtClean="0"/>
              <a:t>4/11/2026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706546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48639"/>
            <a:ext cx="4855464" cy="1453896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8">
            <a:extLst>
              <a:ext uri="{FF2B5EF4-FFF2-40B4-BE49-F238E27FC236}">
                <a16:creationId xmlns:a16="http://schemas.microsoft.com/office/drawing/2014/main" id="{C202BC3A-8633-9F03-1586-99447DA1CFF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2293496"/>
            <a:ext cx="5285232" cy="4564504"/>
          </a:xfrm>
          <a:custGeom>
            <a:avLst/>
            <a:gdLst>
              <a:gd name="connsiteX0" fmla="*/ 0 w 5285232"/>
              <a:gd name="connsiteY0" fmla="*/ 0 h 4564504"/>
              <a:gd name="connsiteX1" fmla="*/ 4706792 w 5285232"/>
              <a:gd name="connsiteY1" fmla="*/ 0 h 4564504"/>
              <a:gd name="connsiteX2" fmla="*/ 5285232 w 5285232"/>
              <a:gd name="connsiteY2" fmla="*/ 578440 h 4564504"/>
              <a:gd name="connsiteX3" fmla="*/ 5285232 w 5285232"/>
              <a:gd name="connsiteY3" fmla="*/ 4564504 h 4564504"/>
              <a:gd name="connsiteX4" fmla="*/ 0 w 5285232"/>
              <a:gd name="connsiteY4" fmla="*/ 4564504 h 45645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85232" h="4564504">
                <a:moveTo>
                  <a:pt x="0" y="0"/>
                </a:moveTo>
                <a:lnTo>
                  <a:pt x="4706792" y="0"/>
                </a:lnTo>
                <a:cubicBezTo>
                  <a:pt x="5026256" y="0"/>
                  <a:pt x="5285232" y="258976"/>
                  <a:pt x="5285232" y="578440"/>
                </a:cubicBezTo>
                <a:lnTo>
                  <a:pt x="5285232" y="4564504"/>
                </a:lnTo>
                <a:lnTo>
                  <a:pt x="0" y="4564504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0" y="549275"/>
            <a:ext cx="5585925" cy="57832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0" y="6492240"/>
            <a:ext cx="2651760" cy="338328"/>
          </a:xfrm>
        </p:spPr>
        <p:txBody>
          <a:bodyPr/>
          <a:lstStyle/>
          <a:p>
            <a:fld id="{813EDC87-0EBE-4D2E-8804-E5F0EDA0B797}" type="datetime1">
              <a:rPr lang="en-US" smtClean="0"/>
              <a:t>4/11/2026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820955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50218"/>
            <a:ext cx="3827439" cy="1453896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E211327B-3880-6494-1C8F-EEE1BF913B8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2293494"/>
            <a:ext cx="4176819" cy="4564506"/>
          </a:xfrm>
          <a:custGeom>
            <a:avLst/>
            <a:gdLst>
              <a:gd name="connsiteX0" fmla="*/ 0 w 4176819"/>
              <a:gd name="connsiteY0" fmla="*/ 0 h 4564506"/>
              <a:gd name="connsiteX1" fmla="*/ 3598379 w 4176819"/>
              <a:gd name="connsiteY1" fmla="*/ 0 h 4564506"/>
              <a:gd name="connsiteX2" fmla="*/ 4176819 w 4176819"/>
              <a:gd name="connsiteY2" fmla="*/ 578440 h 4564506"/>
              <a:gd name="connsiteX3" fmla="*/ 4176819 w 4176819"/>
              <a:gd name="connsiteY3" fmla="*/ 4564506 h 4564506"/>
              <a:gd name="connsiteX4" fmla="*/ 0 w 4176819"/>
              <a:gd name="connsiteY4" fmla="*/ 4564506 h 4564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76819" h="4564506">
                <a:moveTo>
                  <a:pt x="0" y="0"/>
                </a:moveTo>
                <a:lnTo>
                  <a:pt x="3598379" y="0"/>
                </a:lnTo>
                <a:cubicBezTo>
                  <a:pt x="3917843" y="0"/>
                  <a:pt x="4176819" y="258976"/>
                  <a:pt x="4176819" y="578440"/>
                </a:cubicBezTo>
                <a:lnTo>
                  <a:pt x="4176819" y="4564506"/>
                </a:lnTo>
                <a:lnTo>
                  <a:pt x="0" y="4564506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20787" y="549275"/>
            <a:ext cx="6561138" cy="57881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115073" y="6492240"/>
            <a:ext cx="2843784" cy="338328"/>
          </a:xfrm>
        </p:spPr>
        <p:txBody>
          <a:bodyPr/>
          <a:lstStyle/>
          <a:p>
            <a:fld id="{51CF56A9-FD41-47F4-80A0-DA74EEEC2541}" type="datetime1">
              <a:rPr lang="en-US" smtClean="0"/>
              <a:t>4/11/2026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832620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Numb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B8561-D435-07DE-2456-79994CDFB8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3776" y="603504"/>
            <a:ext cx="11201400" cy="4206240"/>
          </a:xfrm>
        </p:spPr>
        <p:txBody>
          <a:bodyPr>
            <a:normAutofit/>
          </a:bodyPr>
          <a:lstStyle>
            <a:lvl1pPr algn="ctr">
              <a:defRPr sz="27800"/>
            </a:lvl1pPr>
          </a:lstStyle>
          <a:p>
            <a:r>
              <a:rPr lang="en-US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5DF3EE-4BB8-4215-E053-BF3ED1BB9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CBD270-9BF1-4C68-A7FA-BA016D8BB959}" type="datetime1">
              <a:rPr lang="en-US" smtClean="0"/>
              <a:t>4/11/2026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3AE6E7-0083-439C-3FBC-ADE4BE86C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F27A3B-009A-1790-7D93-9A1F6351D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42AC33E-6837-F850-DF64-4475DAA059E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389888" y="4809744"/>
            <a:ext cx="9345168" cy="1225296"/>
          </a:xfrm>
        </p:spPr>
        <p:txBody>
          <a:bodyPr>
            <a:normAutofit/>
          </a:bodyPr>
          <a:lstStyle>
            <a:lvl1pPr marL="0" indent="0" algn="ctr">
              <a:buNone/>
              <a:defRPr sz="2800" cap="all" baseline="0"/>
            </a:lvl1pPr>
            <a:lvl2pPr marL="228600" indent="0" algn="ctr">
              <a:buNone/>
              <a:defRPr sz="2400" cap="all" baseline="0"/>
            </a:lvl2pPr>
            <a:lvl3pPr marL="457200" indent="0" algn="ctr">
              <a:buNone/>
              <a:defRPr sz="2000" cap="all" baseline="0"/>
            </a:lvl3pPr>
            <a:lvl4pPr marL="685800" indent="0" algn="ctr">
              <a:buNone/>
              <a:defRPr sz="1800" cap="all" baseline="0"/>
            </a:lvl4pPr>
            <a:lvl5pPr marL="914400" indent="0" algn="ctr">
              <a:buNone/>
              <a:defRPr sz="1600" cap="all" baseline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2174034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Number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B8561-D435-07DE-2456-79994CDFB8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496" y="420624"/>
            <a:ext cx="11100816" cy="4334256"/>
          </a:xfrm>
        </p:spPr>
        <p:txBody>
          <a:bodyPr>
            <a:normAutofit/>
          </a:bodyPr>
          <a:lstStyle>
            <a:lvl1pPr algn="l">
              <a:defRPr sz="27800">
                <a:solidFill>
                  <a:schemeClr val="tx1"/>
                </a:solidFill>
              </a:defRPr>
            </a:lvl1pPr>
          </a:lstStyle>
          <a:p>
            <a:r>
              <a:rPr lang="en-US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5DF3EE-4BB8-4215-E053-BF3ED1BB9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023AFB7-90A6-428C-A019-BBE6272496B8}" type="datetime1">
              <a:rPr lang="en-US" smtClean="0"/>
              <a:t>4/11/2026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3AE6E7-0083-439C-3FBC-ADE4BE86C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F27A3B-009A-1790-7D93-9A1F6351D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42AC33E-6837-F850-DF64-4475DAA059E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21792" y="4873752"/>
            <a:ext cx="8439912" cy="1490472"/>
          </a:xfrm>
        </p:spPr>
        <p:txBody>
          <a:bodyPr>
            <a:normAutofit/>
          </a:bodyPr>
          <a:lstStyle>
            <a:lvl1pPr marL="0" indent="0" algn="l">
              <a:buNone/>
              <a:defRPr sz="2800" cap="all" baseline="0">
                <a:solidFill>
                  <a:schemeClr val="tx1"/>
                </a:solidFill>
              </a:defRPr>
            </a:lvl1pPr>
            <a:lvl2pPr marL="228600" indent="0" algn="l">
              <a:buNone/>
              <a:defRPr sz="2400" cap="all" baseline="0">
                <a:solidFill>
                  <a:schemeClr val="tx1"/>
                </a:solidFill>
              </a:defRPr>
            </a:lvl2pPr>
            <a:lvl3pPr marL="457200" indent="0" algn="l">
              <a:buNone/>
              <a:defRPr sz="2000" cap="all" baseline="0">
                <a:solidFill>
                  <a:schemeClr val="tx1"/>
                </a:solidFill>
              </a:defRPr>
            </a:lvl3pPr>
            <a:lvl4pPr marL="685800" indent="0" algn="l">
              <a:buNone/>
              <a:defRPr sz="1800" cap="all" baseline="0">
                <a:solidFill>
                  <a:schemeClr val="tx1"/>
                </a:solidFill>
              </a:defRPr>
            </a:lvl4pPr>
            <a:lvl5pPr marL="914400" indent="0" algn="l">
              <a:buNone/>
              <a:defRPr sz="1600" cap="all" baseline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4017012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Number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3193DB7D-955F-21DF-15DA-4285375617FC}"/>
              </a:ext>
            </a:extLst>
          </p:cNvPr>
          <p:cNvSpPr/>
          <p:nvPr userDrawn="1"/>
        </p:nvSpPr>
        <p:spPr>
          <a:xfrm>
            <a:off x="1" y="4783948"/>
            <a:ext cx="11762231" cy="2074052"/>
          </a:xfrm>
          <a:custGeom>
            <a:avLst/>
            <a:gdLst>
              <a:gd name="connsiteX0" fmla="*/ 0 w 11762231"/>
              <a:gd name="connsiteY0" fmla="*/ 0 h 2074052"/>
              <a:gd name="connsiteX1" fmla="*/ 112775 w 11762231"/>
              <a:gd name="connsiteY1" fmla="*/ 0 h 2074052"/>
              <a:gd name="connsiteX2" fmla="*/ 11102489 w 11762231"/>
              <a:gd name="connsiteY2" fmla="*/ 0 h 2074052"/>
              <a:gd name="connsiteX3" fmla="*/ 11437005 w 11762231"/>
              <a:gd name="connsiteY3" fmla="*/ 0 h 2074052"/>
              <a:gd name="connsiteX4" fmla="*/ 11762231 w 11762231"/>
              <a:gd name="connsiteY4" fmla="*/ 325226 h 2074052"/>
              <a:gd name="connsiteX5" fmla="*/ 11762231 w 11762231"/>
              <a:gd name="connsiteY5" fmla="*/ 2074052 h 2074052"/>
              <a:gd name="connsiteX6" fmla="*/ 11427715 w 11762231"/>
              <a:gd name="connsiteY6" fmla="*/ 2074052 h 2074052"/>
              <a:gd name="connsiteX7" fmla="*/ 112775 w 11762231"/>
              <a:gd name="connsiteY7" fmla="*/ 2074052 h 2074052"/>
              <a:gd name="connsiteX8" fmla="*/ 0 w 11762231"/>
              <a:gd name="connsiteY8" fmla="*/ 2074052 h 20740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762231" h="2074052">
                <a:moveTo>
                  <a:pt x="0" y="0"/>
                </a:moveTo>
                <a:lnTo>
                  <a:pt x="112775" y="0"/>
                </a:lnTo>
                <a:lnTo>
                  <a:pt x="11102489" y="0"/>
                </a:lnTo>
                <a:lnTo>
                  <a:pt x="11437005" y="0"/>
                </a:lnTo>
                <a:cubicBezTo>
                  <a:pt x="11616622" y="0"/>
                  <a:pt x="11762231" y="145609"/>
                  <a:pt x="11762231" y="325226"/>
                </a:cubicBezTo>
                <a:lnTo>
                  <a:pt x="11762231" y="2074052"/>
                </a:lnTo>
                <a:lnTo>
                  <a:pt x="11427715" y="2074052"/>
                </a:lnTo>
                <a:lnTo>
                  <a:pt x="112775" y="2074052"/>
                </a:lnTo>
                <a:lnTo>
                  <a:pt x="0" y="2074052"/>
                </a:lnTo>
                <a:close/>
              </a:path>
            </a:pathLst>
          </a:custGeom>
          <a:solidFill>
            <a:schemeClr val="bg2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5B8561-D435-07DE-2456-79994CDFB8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496" y="420624"/>
            <a:ext cx="11100816" cy="4334256"/>
          </a:xfrm>
        </p:spPr>
        <p:txBody>
          <a:bodyPr>
            <a:normAutofit/>
          </a:bodyPr>
          <a:lstStyle>
            <a:lvl1pPr algn="l">
              <a:defRPr sz="27800">
                <a:solidFill>
                  <a:schemeClr val="tx1"/>
                </a:solidFill>
              </a:defRPr>
            </a:lvl1pPr>
          </a:lstStyle>
          <a:p>
            <a:r>
              <a:rPr lang="en-US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5DF3EE-4BB8-4215-E053-BF3ED1BB9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9E47A9E-7C3C-4663-841E-C89520FA85A3}" type="datetime1">
              <a:rPr lang="en-US" smtClean="0"/>
              <a:t>4/11/2026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3AE6E7-0083-439C-3FBC-ADE4BE86C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0768" y="6492240"/>
            <a:ext cx="2660904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F27A3B-009A-1790-7D93-9A1F6351D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83112" y="6492240"/>
            <a:ext cx="4572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42AC33E-6837-F850-DF64-4475DAA059E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21792" y="4873752"/>
            <a:ext cx="8439912" cy="1589420"/>
          </a:xfrm>
        </p:spPr>
        <p:txBody>
          <a:bodyPr anchor="ctr">
            <a:normAutofit/>
          </a:bodyPr>
          <a:lstStyle>
            <a:lvl1pPr marL="0" indent="0" algn="l">
              <a:buNone/>
              <a:defRPr sz="2800" cap="all" baseline="0">
                <a:solidFill>
                  <a:schemeClr val="tx1"/>
                </a:solidFill>
              </a:defRPr>
            </a:lvl1pPr>
            <a:lvl2pPr marL="228600" indent="0" algn="l">
              <a:buNone/>
              <a:defRPr sz="2400" cap="all" baseline="0">
                <a:solidFill>
                  <a:schemeClr val="tx1"/>
                </a:solidFill>
              </a:defRPr>
            </a:lvl2pPr>
            <a:lvl3pPr marL="457200" indent="0" algn="l">
              <a:buNone/>
              <a:defRPr sz="2000" cap="all" baseline="0">
                <a:solidFill>
                  <a:schemeClr val="tx1"/>
                </a:solidFill>
              </a:defRPr>
            </a:lvl3pPr>
            <a:lvl4pPr marL="685800" indent="0" algn="l">
              <a:buNone/>
              <a:defRPr sz="1800" cap="all" baseline="0">
                <a:solidFill>
                  <a:schemeClr val="tx1"/>
                </a:solidFill>
              </a:defRPr>
            </a:lvl4pPr>
            <a:lvl5pPr marL="914400" indent="0" algn="l">
              <a:buNone/>
              <a:defRPr sz="1600" cap="all" baseline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477679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FED8FD-3F8D-425F-9991-7FB6FCCEC5A2}" type="datetime1">
              <a:rPr lang="en-US" smtClean="0"/>
              <a:t>4/11/2026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630936"/>
            <a:ext cx="8266176" cy="5605272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None/>
              <a:defRPr sz="5400" b="1"/>
            </a:lvl1pPr>
            <a:lvl2pPr marL="228600" indent="0">
              <a:lnSpc>
                <a:spcPct val="100000"/>
              </a:lnSpc>
              <a:buNone/>
              <a:defRPr sz="4800" b="1"/>
            </a:lvl2pPr>
            <a:lvl3pPr marL="457200" indent="0">
              <a:lnSpc>
                <a:spcPct val="100000"/>
              </a:lnSpc>
              <a:buNone/>
              <a:defRPr sz="4400" b="1"/>
            </a:lvl3pPr>
            <a:lvl4pPr marL="685800" indent="0">
              <a:lnSpc>
                <a:spcPct val="100000"/>
              </a:lnSpc>
              <a:buNone/>
              <a:defRPr sz="4000" b="1"/>
            </a:lvl4pPr>
            <a:lvl5pPr marL="914400" indent="0">
              <a:lnSpc>
                <a:spcPct val="100000"/>
              </a:lnSpc>
              <a:buNone/>
              <a:defRPr sz="3600" b="1"/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653613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860B29AE-EBEF-71CC-AE38-3B2CD14FCA19}"/>
              </a:ext>
            </a:extLst>
          </p:cNvPr>
          <p:cNvSpPr/>
          <p:nvPr userDrawn="1"/>
        </p:nvSpPr>
        <p:spPr>
          <a:xfrm rot="5400000" flipV="1">
            <a:off x="-2566724" y="2566724"/>
            <a:ext cx="6399213" cy="1265765"/>
          </a:xfrm>
          <a:custGeom>
            <a:avLst/>
            <a:gdLst>
              <a:gd name="connsiteX0" fmla="*/ 0 w 6399213"/>
              <a:gd name="connsiteY0" fmla="*/ 0 h 1265765"/>
              <a:gd name="connsiteX1" fmla="*/ 0 w 6399213"/>
              <a:gd name="connsiteY1" fmla="*/ 1265765 h 1265765"/>
              <a:gd name="connsiteX2" fmla="*/ 5982881 w 6399213"/>
              <a:gd name="connsiteY2" fmla="*/ 1265765 h 1265765"/>
              <a:gd name="connsiteX3" fmla="*/ 6399213 w 6399213"/>
              <a:gd name="connsiteY3" fmla="*/ 849433 h 1265765"/>
              <a:gd name="connsiteX4" fmla="*/ 6399213 w 6399213"/>
              <a:gd name="connsiteY4" fmla="*/ 0 h 1265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399213" h="1265765">
                <a:moveTo>
                  <a:pt x="0" y="0"/>
                </a:moveTo>
                <a:lnTo>
                  <a:pt x="0" y="1265765"/>
                </a:lnTo>
                <a:lnTo>
                  <a:pt x="5982881" y="1265765"/>
                </a:lnTo>
                <a:cubicBezTo>
                  <a:pt x="6212815" y="1265765"/>
                  <a:pt x="6399213" y="1079367"/>
                  <a:pt x="6399213" y="849433"/>
                </a:cubicBezTo>
                <a:lnTo>
                  <a:pt x="6399213" y="0"/>
                </a:lnTo>
                <a:close/>
              </a:path>
            </a:pathLst>
          </a:custGeom>
          <a:solidFill>
            <a:schemeClr val="bg2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D6B3E3-A05B-4311-9C9A-DA8A512CAB97}" type="datetime1">
              <a:rPr lang="en-US" smtClean="0"/>
              <a:t>4/11/2026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798217" y="630935"/>
            <a:ext cx="8266176" cy="5605272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None/>
              <a:defRPr sz="5400" b="1"/>
            </a:lvl1pPr>
            <a:lvl2pPr marL="228600" indent="0">
              <a:lnSpc>
                <a:spcPct val="100000"/>
              </a:lnSpc>
              <a:buNone/>
              <a:defRPr sz="4800" b="1"/>
            </a:lvl2pPr>
            <a:lvl3pPr marL="457200" indent="0">
              <a:lnSpc>
                <a:spcPct val="100000"/>
              </a:lnSpc>
              <a:buNone/>
              <a:defRPr sz="4400" b="1"/>
            </a:lvl3pPr>
            <a:lvl4pPr marL="685800" indent="0">
              <a:lnSpc>
                <a:spcPct val="100000"/>
              </a:lnSpc>
              <a:buNone/>
              <a:defRPr sz="4000" b="1"/>
            </a:lvl4pPr>
            <a:lvl5pPr marL="914400" indent="0">
              <a:lnSpc>
                <a:spcPct val="100000"/>
              </a:lnSpc>
              <a:buNone/>
              <a:defRPr sz="3600" b="1"/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19145369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CEC059F-651D-D540-DF60-D6361D9C716B}"/>
              </a:ext>
            </a:extLst>
          </p:cNvPr>
          <p:cNvSpPr/>
          <p:nvPr userDrawn="1"/>
        </p:nvSpPr>
        <p:spPr>
          <a:xfrm flipV="1">
            <a:off x="1" y="6099048"/>
            <a:ext cx="10487111" cy="758952"/>
          </a:xfrm>
          <a:custGeom>
            <a:avLst/>
            <a:gdLst>
              <a:gd name="connsiteX0" fmla="*/ 0 w 10487111"/>
              <a:gd name="connsiteY0" fmla="*/ 758952 h 758952"/>
              <a:gd name="connsiteX1" fmla="*/ 10070779 w 10487111"/>
              <a:gd name="connsiteY1" fmla="*/ 758952 h 758952"/>
              <a:gd name="connsiteX2" fmla="*/ 10487111 w 10487111"/>
              <a:gd name="connsiteY2" fmla="*/ 342620 h 758952"/>
              <a:gd name="connsiteX3" fmla="*/ 10487111 w 10487111"/>
              <a:gd name="connsiteY3" fmla="*/ 0 h 758952"/>
              <a:gd name="connsiteX4" fmla="*/ 0 w 10487111"/>
              <a:gd name="connsiteY4" fmla="*/ 0 h 7589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487111" h="758952">
                <a:moveTo>
                  <a:pt x="0" y="758952"/>
                </a:moveTo>
                <a:lnTo>
                  <a:pt x="10070779" y="758952"/>
                </a:lnTo>
                <a:cubicBezTo>
                  <a:pt x="10300713" y="758952"/>
                  <a:pt x="10487111" y="572554"/>
                  <a:pt x="10487111" y="342620"/>
                </a:cubicBezTo>
                <a:lnTo>
                  <a:pt x="10487111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FBAE2-1C27-41D0-8DBA-D202F753417F}" type="datetime1">
              <a:rPr lang="en-US" smtClean="0"/>
              <a:t>4/11/2026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68312" y="6492240"/>
            <a:ext cx="2660904" cy="338328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20656" y="6492240"/>
            <a:ext cx="457200" cy="338328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83464" y="1596767"/>
            <a:ext cx="9537192" cy="4142232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6000" b="1"/>
            </a:lvl1pPr>
            <a:lvl2pPr marL="228600" indent="0">
              <a:lnSpc>
                <a:spcPct val="100000"/>
              </a:lnSpc>
              <a:buNone/>
              <a:defRPr sz="5400" b="1"/>
            </a:lvl2pPr>
            <a:lvl3pPr marL="457200" indent="0">
              <a:lnSpc>
                <a:spcPct val="100000"/>
              </a:lnSpc>
              <a:buNone/>
              <a:defRPr sz="4800" b="1"/>
            </a:lvl3pPr>
            <a:lvl4pPr marL="685800" indent="0">
              <a:lnSpc>
                <a:spcPct val="100000"/>
              </a:lnSpc>
              <a:buNone/>
              <a:defRPr sz="4400" b="1"/>
            </a:lvl4pPr>
            <a:lvl5pPr marL="914400" indent="0">
              <a:lnSpc>
                <a:spcPct val="100000"/>
              </a:lnSpc>
              <a:buNone/>
              <a:defRPr sz="4000" b="1"/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18859769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3F0761-EA67-F7D1-62E4-095EADA262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99616" y="1524002"/>
            <a:ext cx="9198864" cy="2871216"/>
          </a:xfrm>
        </p:spPr>
        <p:txBody>
          <a:bodyPr anchor="ctr">
            <a:normAutofit/>
          </a:bodyPr>
          <a:lstStyle>
            <a:lvl1pPr>
              <a:lnSpc>
                <a:spcPct val="110000"/>
              </a:lnSpc>
              <a:defRPr sz="4000" cap="none" baseline="0"/>
            </a:lvl1pPr>
          </a:lstStyle>
          <a:p>
            <a:r>
              <a:rPr lang="en-US"/>
              <a:t>Click to edit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A78CD0-57A9-DB86-E3A3-40628E6D6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53612-8941-41EA-ABBA-F717A06C8346}" type="datetime1">
              <a:rPr lang="en-US" smtClean="0"/>
              <a:t>4/11/2026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4C2DF4-76B6-1299-74E1-66F403C01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5CA15-3DFE-125B-C658-77179EDEA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5FAB025-061F-4B04-451A-37E42755863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99616" y="5376672"/>
            <a:ext cx="9198864" cy="466344"/>
          </a:xfrm>
        </p:spPr>
        <p:txBody>
          <a:bodyPr>
            <a:normAutofit/>
          </a:bodyPr>
          <a:lstStyle>
            <a:lvl1pPr marL="0" indent="0">
              <a:buNone/>
              <a:defRPr sz="2200" b="1" cap="all" baseline="0">
                <a:solidFill>
                  <a:schemeClr val="accent1"/>
                </a:solidFill>
              </a:defRPr>
            </a:lvl1pPr>
            <a:lvl2pPr marL="228600" indent="0">
              <a:buNone/>
              <a:defRPr sz="2000" b="1" cap="all" baseline="0">
                <a:solidFill>
                  <a:schemeClr val="accent1"/>
                </a:solidFill>
              </a:defRPr>
            </a:lvl2pPr>
            <a:lvl3pPr marL="457200" indent="0">
              <a:buNone/>
              <a:defRPr sz="1800" b="1" cap="all" baseline="0">
                <a:solidFill>
                  <a:schemeClr val="accent1"/>
                </a:solidFill>
              </a:defRPr>
            </a:lvl3pPr>
            <a:lvl4pPr marL="685800" indent="0">
              <a:buNone/>
              <a:defRPr sz="1600" b="1" cap="all" baseline="0">
                <a:solidFill>
                  <a:schemeClr val="accent1"/>
                </a:solidFill>
              </a:defRPr>
            </a:lvl4pPr>
            <a:lvl5pPr marL="914400" indent="0">
              <a:buNone/>
              <a:defRPr sz="1400" b="1" cap="all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Quote Author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2690204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19D41517-889E-CBB7-FD17-C5FECA783B2A}"/>
              </a:ext>
            </a:extLst>
          </p:cNvPr>
          <p:cNvSpPr/>
          <p:nvPr userDrawn="1"/>
        </p:nvSpPr>
        <p:spPr>
          <a:xfrm flipV="1">
            <a:off x="0" y="823828"/>
            <a:ext cx="11385608" cy="6034172"/>
          </a:xfrm>
          <a:custGeom>
            <a:avLst/>
            <a:gdLst>
              <a:gd name="connsiteX0" fmla="*/ 0 w 11385608"/>
              <a:gd name="connsiteY0" fmla="*/ 6034172 h 6034172"/>
              <a:gd name="connsiteX1" fmla="*/ 10969276 w 11385608"/>
              <a:gd name="connsiteY1" fmla="*/ 6034172 h 6034172"/>
              <a:gd name="connsiteX2" fmla="*/ 11385608 w 11385608"/>
              <a:gd name="connsiteY2" fmla="*/ 5617840 h 6034172"/>
              <a:gd name="connsiteX3" fmla="*/ 11385608 w 11385608"/>
              <a:gd name="connsiteY3" fmla="*/ 0 h 6034172"/>
              <a:gd name="connsiteX4" fmla="*/ 0 w 11385608"/>
              <a:gd name="connsiteY4" fmla="*/ 0 h 6034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85608" h="6034172">
                <a:moveTo>
                  <a:pt x="0" y="6034172"/>
                </a:moveTo>
                <a:lnTo>
                  <a:pt x="10969276" y="6034172"/>
                </a:lnTo>
                <a:cubicBezTo>
                  <a:pt x="11199210" y="6034172"/>
                  <a:pt x="11385608" y="5847774"/>
                  <a:pt x="11385608" y="5617840"/>
                </a:cubicBezTo>
                <a:lnTo>
                  <a:pt x="11385608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3F0761-EA67-F7D1-62E4-095EADA262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9768" y="1783080"/>
            <a:ext cx="8499079" cy="2249424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3600" cap="none" baseline="0"/>
            </a:lvl1pPr>
          </a:lstStyle>
          <a:p>
            <a:r>
              <a:rPr lang="en-US"/>
              <a:t>Click to edit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A78CD0-57A9-DB86-E3A3-40628E6D6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6CD22-E4B3-48A1-94CA-B89DB574ED80}" type="datetime1">
              <a:rPr lang="en-US" smtClean="0"/>
              <a:t>4/11/2026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4C2DF4-76B6-1299-74E1-66F403C01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9124" y="6492240"/>
            <a:ext cx="2660904" cy="338328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5CA15-3DFE-125B-C658-77179EDEA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21468" y="6492240"/>
            <a:ext cx="457200" cy="338328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5FAB025-061F-4B04-451A-37E42755863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29768" y="5120640"/>
            <a:ext cx="5431536" cy="1289304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b="1" cap="all" baseline="0" dirty="0"/>
            </a:lvl1pPr>
            <a:lvl2pPr marL="228600" indent="0">
              <a:buNone/>
              <a:defRPr lang="en-US" b="1" cap="all" baseline="0" dirty="0"/>
            </a:lvl2pPr>
            <a:lvl3pPr marL="457200" indent="0">
              <a:buNone/>
              <a:defRPr lang="en-US" b="1" cap="all" baseline="0" dirty="0"/>
            </a:lvl3pPr>
            <a:lvl4pPr marL="685800" indent="0">
              <a:buNone/>
              <a:defRPr lang="en-US" b="1" cap="all" baseline="0" dirty="0"/>
            </a:lvl4pPr>
            <a:lvl5pPr marL="914400" indent="0">
              <a:buNone/>
              <a:defRPr lang="en-US" b="1" cap="all" baseline="0" dirty="0"/>
            </a:lvl5pPr>
          </a:lstStyle>
          <a:p>
            <a:pPr lvl="0"/>
            <a:r>
              <a:rPr lang="en-US"/>
              <a:t>Quote Author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04669181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429768"/>
            <a:ext cx="10890374" cy="1627632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29768" y="3264408"/>
            <a:ext cx="10890374" cy="2834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C38B47-093E-417D-A1C3-81EEF797AC69}" type="datetime1">
              <a:rPr lang="en-US" smtClean="0"/>
              <a:t>4/11/2026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26092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1627318"/>
            <a:ext cx="8430768" cy="1842020"/>
          </a:xfrm>
        </p:spPr>
        <p:txBody>
          <a:bodyPr anchor="b"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" y="3622673"/>
            <a:ext cx="8430768" cy="182880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0925D-4314-49E4-A383-289640FEB5E3}" type="datetime1">
              <a:rPr lang="en-US" smtClean="0"/>
              <a:t>4/11/2026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387180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7" y="294248"/>
            <a:ext cx="11164825" cy="95848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78C515B-8D5A-0268-9044-7B2013C87E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29767" y="2020825"/>
            <a:ext cx="5212208" cy="42847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3C7061A-8ED7-8B72-BD2B-2DF67F8C7A7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81622" y="2020822"/>
            <a:ext cx="5212208" cy="428472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2C59E0-667A-459A-BBD1-70DA72C3C576}" type="datetime1">
              <a:rPr lang="en-US" smtClean="0"/>
              <a:t>4/11/2026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6640056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276166"/>
            <a:ext cx="11164824" cy="97656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9767" y="1380744"/>
            <a:ext cx="521208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211279F-0D05-3637-19CD-29468F4DD2F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0213" y="2021134"/>
            <a:ext cx="5211762" cy="434315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82512" y="1380744"/>
            <a:ext cx="521208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F1B170DE-636A-B1A9-2EAB-C426DBFB3E5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81750" y="2020888"/>
            <a:ext cx="5213350" cy="4343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CC00B-2F01-4379-B0FD-8DA094C16FA4}" type="datetime1">
              <a:rPr lang="en-US" smtClean="0"/>
              <a:t>4/11/2026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8346774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57784"/>
            <a:ext cx="3713996" cy="2212313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29767" y="2826137"/>
            <a:ext cx="3310128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 8">
            <a:extLst>
              <a:ext uri="{FF2B5EF4-FFF2-40B4-BE49-F238E27FC236}">
                <a16:creationId xmlns:a16="http://schemas.microsoft.com/office/drawing/2014/main" id="{FA23F0E6-EDAF-3A7F-5EC8-F911E9AE48E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502843" y="0"/>
            <a:ext cx="7689157" cy="6399152"/>
          </a:xfrm>
          <a:custGeom>
            <a:avLst/>
            <a:gdLst>
              <a:gd name="connsiteX0" fmla="*/ 0 w 7689157"/>
              <a:gd name="connsiteY0" fmla="*/ 0 h 6399152"/>
              <a:gd name="connsiteX1" fmla="*/ 7689157 w 7689157"/>
              <a:gd name="connsiteY1" fmla="*/ 0 h 6399152"/>
              <a:gd name="connsiteX2" fmla="*/ 7689157 w 7689157"/>
              <a:gd name="connsiteY2" fmla="*/ 6399152 h 6399152"/>
              <a:gd name="connsiteX3" fmla="*/ 578440 w 7689157"/>
              <a:gd name="connsiteY3" fmla="*/ 6399152 h 6399152"/>
              <a:gd name="connsiteX4" fmla="*/ 0 w 7689157"/>
              <a:gd name="connsiteY4" fmla="*/ 582071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89157" h="6399152">
                <a:moveTo>
                  <a:pt x="0" y="0"/>
                </a:moveTo>
                <a:lnTo>
                  <a:pt x="7689157" y="0"/>
                </a:lnTo>
                <a:lnTo>
                  <a:pt x="7689157" y="6399152"/>
                </a:lnTo>
                <a:lnTo>
                  <a:pt x="578440" y="6399152"/>
                </a:lnTo>
                <a:cubicBezTo>
                  <a:pt x="258976" y="6399152"/>
                  <a:pt x="0" y="6140176"/>
                  <a:pt x="0" y="5820712"/>
                </a:cubicBez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19F103-9E7C-4D5A-827C-0D2D66EE1CD2}" type="datetime1">
              <a:rPr lang="en-US" smtClean="0"/>
              <a:t>4/11/2026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14638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173" y="285210"/>
            <a:ext cx="10653578" cy="9651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1172" y="1384847"/>
            <a:ext cx="10653579" cy="49051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31172" y="6490524"/>
            <a:ext cx="2841959" cy="3361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fld id="{072E1B28-DB45-4001-B295-7D7933E04419}" type="datetime1">
              <a:rPr lang="en-US" smtClean="0"/>
              <a:t>4/11/2026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93370" y="6490524"/>
            <a:ext cx="2662834" cy="3361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48431" y="6490524"/>
            <a:ext cx="457200" cy="3361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84C450F2-3BB4-4AE4-8A35-A9D7AEA4C85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70990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7" r:id="rId2"/>
    <p:sldLayoutId id="2147483740" r:id="rId3"/>
    <p:sldLayoutId id="2147483686" r:id="rId4"/>
    <p:sldLayoutId id="2147483696" r:id="rId5"/>
    <p:sldLayoutId id="2147483697" r:id="rId6"/>
    <p:sldLayoutId id="2147483698" r:id="rId7"/>
    <p:sldLayoutId id="2147483699" r:id="rId8"/>
    <p:sldLayoutId id="2147483700" r:id="rId9"/>
    <p:sldLayoutId id="2147483701" r:id="rId10"/>
    <p:sldLayoutId id="2147483702" r:id="rId11"/>
    <p:sldLayoutId id="2147483703" r:id="rId12"/>
    <p:sldLayoutId id="2147483704" r:id="rId13"/>
    <p:sldLayoutId id="2147483705" r:id="rId14"/>
    <p:sldLayoutId id="2147483706" r:id="rId15"/>
    <p:sldLayoutId id="2147483707" r:id="rId16"/>
    <p:sldLayoutId id="2147483708" r:id="rId17"/>
    <p:sldLayoutId id="2147483709" r:id="rId18"/>
    <p:sldLayoutId id="2147483710" r:id="rId19"/>
    <p:sldLayoutId id="2147483711" r:id="rId20"/>
    <p:sldLayoutId id="2147483712" r:id="rId21"/>
    <p:sldLayoutId id="2147483713" r:id="rId22"/>
    <p:sldLayoutId id="2147483714" r:id="rId23"/>
    <p:sldLayoutId id="2147483715" r:id="rId24"/>
    <p:sldLayoutId id="2147483716" r:id="rId25"/>
    <p:sldLayoutId id="2147483717" r:id="rId26"/>
    <p:sldLayoutId id="2147483718" r:id="rId27"/>
    <p:sldLayoutId id="2147483719" r:id="rId28"/>
    <p:sldLayoutId id="2147483720" r:id="rId29"/>
    <p:sldLayoutId id="2147483721" r:id="rId30"/>
    <p:sldLayoutId id="2147483722" r:id="rId31"/>
    <p:sldLayoutId id="2147483723" r:id="rId32"/>
    <p:sldLayoutId id="2147483724" r:id="rId33"/>
    <p:sldLayoutId id="2147483725" r:id="rId34"/>
    <p:sldLayoutId id="2147483726" r:id="rId35"/>
    <p:sldLayoutId id="2147483727" r:id="rId36"/>
    <p:sldLayoutId id="2147483728" r:id="rId37"/>
    <p:sldLayoutId id="2147483729" r:id="rId38"/>
    <p:sldLayoutId id="2147483730" r:id="rId39"/>
    <p:sldLayoutId id="2147483731" r:id="rId40"/>
    <p:sldLayoutId id="2147483732" r:id="rId41"/>
    <p:sldLayoutId id="2147483733" r:id="rId42"/>
    <p:sldLayoutId id="2147483734" r:id="rId43"/>
    <p:sldLayoutId id="2147483735" r:id="rId44"/>
    <p:sldLayoutId id="2147483736" r:id="rId45"/>
    <p:sldLayoutId id="2147483737" r:id="rId46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160">
          <p15:clr>
            <a:srgbClr val="F26B43"/>
          </p15:clr>
        </p15:guide>
        <p15:guide id="4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0A38E9-D21E-DE68-38AC-F56AEA15B3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1172" y="3425399"/>
            <a:ext cx="7685140" cy="2621154"/>
          </a:xfrm>
        </p:spPr>
        <p:txBody>
          <a:bodyPr anchor="b">
            <a:normAutofit/>
          </a:bodyPr>
          <a:lstStyle/>
          <a:p>
            <a:r>
              <a:rPr lang="en-US" sz="5000" b="1"/>
              <a:t>AI-Based Fake News Detection Using Machine Learning</a:t>
            </a:r>
            <a:endParaRPr lang="en-US" sz="5000"/>
          </a:p>
          <a:p>
            <a:pPr marL="285750" indent="-285750">
              <a:buFont typeface="Arial"/>
              <a:buChar char="•"/>
            </a:pPr>
            <a:endParaRPr lang="en-US" sz="5000"/>
          </a:p>
          <a:p>
            <a:endParaRPr lang="en-US" sz="5000" b="1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604D864-A6BD-C75F-9B88-BAB58775AB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1172" y="415057"/>
            <a:ext cx="7685139" cy="1414091"/>
          </a:xfrm>
        </p:spPr>
        <p:txBody>
          <a:bodyPr vert="horz" lIns="91440" tIns="45720" rIns="91440" bIns="45720" rtlCol="0" anchor="t">
            <a:normAutofit fontScale="70000" lnSpcReduction="20000"/>
          </a:bodyPr>
          <a:lstStyle/>
          <a:p>
            <a:r>
              <a:rPr lang="en-US" dirty="0"/>
              <a:t>Presented by </a:t>
            </a:r>
          </a:p>
          <a:p>
            <a:r>
              <a:rPr lang="en-US" dirty="0"/>
              <a:t>2410080080-Sarayu,</a:t>
            </a:r>
          </a:p>
          <a:p>
            <a:r>
              <a:rPr lang="en-US" dirty="0"/>
              <a:t>2410080005- Deepthi Priyanka, </a:t>
            </a:r>
          </a:p>
          <a:p>
            <a:r>
              <a:rPr lang="en-US" dirty="0"/>
              <a:t>2410080060-Varshitha.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3B60C5C2-A596-7FEB-7260-D4D75F7F790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1172" y="6490524"/>
            <a:ext cx="2841959" cy="336141"/>
          </a:xfrm>
        </p:spPr>
        <p:txBody>
          <a:bodyPr anchor="ctr">
            <a:normAutofit/>
          </a:bodyPr>
          <a:lstStyle/>
          <a:p>
            <a:pPr lvl="0">
              <a:spcAft>
                <a:spcPts val="600"/>
              </a:spcAft>
            </a:pPr>
            <a:fld id="{A2C196D7-201A-4A3A-B9FA-EDBCED2083FF}" type="datetime1">
              <a:rPr lang="en-US" noProof="0" smtClean="0"/>
              <a:pPr lvl="0">
                <a:spcAft>
                  <a:spcPts val="600"/>
                </a:spcAft>
              </a:pPr>
              <a:t>4/11/2026</a:t>
            </a:fld>
            <a:endParaRPr lang="en-US" noProof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247F861-42CF-FE05-F8FD-7EBB0D76F0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48431" y="6490524"/>
            <a:ext cx="457200" cy="336141"/>
          </a:xfrm>
        </p:spPr>
        <p:txBody>
          <a:bodyPr anchor="ctr">
            <a:normAutofit/>
          </a:bodyPr>
          <a:lstStyle/>
          <a:p>
            <a:pPr lvl="0">
              <a:spcAft>
                <a:spcPts val="600"/>
              </a:spcAft>
            </a:pPr>
            <a:fld id="{84C450F2-3BB4-4AE4-8A35-A9D7AEA4C850}" type="slidenum">
              <a:rPr lang="en-US" noProof="0" smtClean="0"/>
              <a:pPr lvl="0">
                <a:spcAft>
                  <a:spcPts val="600"/>
                </a:spcAft>
              </a:pPr>
              <a:t>1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41826145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A144A5-0283-F980-85F3-EE51746FC4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7" y="320040"/>
            <a:ext cx="4573413" cy="932688"/>
          </a:xfrm>
        </p:spPr>
        <p:txBody>
          <a:bodyPr anchor="b">
            <a:normAutofit/>
          </a:bodyPr>
          <a:lstStyle/>
          <a:p>
            <a:r>
              <a:rPr lang="en-US" sz="3000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385359-5FD3-D5C8-1467-F7082543AA4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6" y="1380744"/>
            <a:ext cx="4573413" cy="4983480"/>
          </a:xfrm>
        </p:spPr>
        <p:txBody>
          <a:bodyPr vert="horz" lIns="91440" tIns="45720" rIns="91440" bIns="45720" rtlCol="0">
            <a:normAutofit/>
          </a:bodyPr>
          <a:lstStyle/>
          <a:p>
            <a:pPr marL="285750" indent="-285750">
              <a:buFont typeface="Arial"/>
              <a:buChar char="•"/>
            </a:pPr>
            <a:r>
              <a:rPr lang="en-US"/>
              <a:t>Fake news spreads rapidly through social media platforms.</a:t>
            </a:r>
          </a:p>
          <a:p>
            <a:pPr marL="285750" indent="-285750">
              <a:buFont typeface="Arial"/>
              <a:buChar char="•"/>
            </a:pPr>
            <a:r>
              <a:rPr lang="en-US"/>
              <a:t>People often share news without verifying authenticity.</a:t>
            </a:r>
          </a:p>
          <a:p>
            <a:pPr marL="285750" indent="-285750">
              <a:buFont typeface="Arial"/>
              <a:buChar char="•"/>
            </a:pPr>
            <a:r>
              <a:rPr lang="en-US"/>
              <a:t>Manual fact-checking takes time.</a:t>
            </a:r>
          </a:p>
          <a:p>
            <a:pPr marL="285750" indent="-285750">
              <a:buFont typeface="Arial"/>
              <a:buChar char="•"/>
            </a:pPr>
            <a:r>
              <a:rPr lang="en-US"/>
              <a:t>There is a need for an automated system to detect fake news.</a:t>
            </a:r>
          </a:p>
          <a:p>
            <a:endParaRPr lang="en-US" dirty="0"/>
          </a:p>
        </p:txBody>
      </p:sp>
      <p:pic>
        <p:nvPicPr>
          <p:cNvPr id="10" name="Picture 9" descr="Facts and Fake News. Social media are taking action against the spread of online misinformation.">
            <a:extLst>
              <a:ext uri="{FF2B5EF4-FFF2-40B4-BE49-F238E27FC236}">
                <a16:creationId xmlns:a16="http://schemas.microsoft.com/office/drawing/2014/main" id="{F8F72307-DFC4-86F8-6FAB-7941D5A3C09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886" r="8258" b="1"/>
          <a:stretch>
            <a:fillRect/>
          </a:stretch>
        </p:blipFill>
        <p:spPr>
          <a:xfrm>
            <a:off x="5737593" y="10"/>
            <a:ext cx="6454407" cy="6399142"/>
          </a:xfrm>
          <a:custGeom>
            <a:avLst/>
            <a:gdLst>
              <a:gd name="connsiteX0" fmla="*/ 0 w 6454407"/>
              <a:gd name="connsiteY0" fmla="*/ 0 h 6399152"/>
              <a:gd name="connsiteX1" fmla="*/ 6454407 w 6454407"/>
              <a:gd name="connsiteY1" fmla="*/ 0 h 6399152"/>
              <a:gd name="connsiteX2" fmla="*/ 6454407 w 6454407"/>
              <a:gd name="connsiteY2" fmla="*/ 6399152 h 6399152"/>
              <a:gd name="connsiteX3" fmla="*/ 601996 w 6454407"/>
              <a:gd name="connsiteY3" fmla="*/ 6399152 h 6399152"/>
              <a:gd name="connsiteX4" fmla="*/ 0 w 6454407"/>
              <a:gd name="connsiteY4" fmla="*/ 5797156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454407" h="6399152">
                <a:moveTo>
                  <a:pt x="0" y="0"/>
                </a:moveTo>
                <a:lnTo>
                  <a:pt x="6454407" y="0"/>
                </a:lnTo>
                <a:lnTo>
                  <a:pt x="6454407" y="6399152"/>
                </a:lnTo>
                <a:lnTo>
                  <a:pt x="601996" y="6399152"/>
                </a:lnTo>
                <a:cubicBezTo>
                  <a:pt x="269523" y="6399152"/>
                  <a:pt x="0" y="6129629"/>
                  <a:pt x="0" y="5797156"/>
                </a:cubicBezTo>
                <a:close/>
              </a:path>
            </a:pathLst>
          </a:custGeom>
          <a:noFill/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466051-9A8D-AB51-EEFB-7677CCB2BB1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1172" y="6490524"/>
            <a:ext cx="2841959" cy="336141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AABDD37E-812B-468F-B489-3911FC6F6723}" type="datetime1">
              <a:rPr lang="en-US" smtClean="0"/>
              <a:pPr>
                <a:spcAft>
                  <a:spcPts val="600"/>
                </a:spcAft>
              </a:pPr>
              <a:t>4/11/2026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74FC93-FE33-B17E-E50C-7ED72B635C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48431" y="6490524"/>
            <a:ext cx="457200" cy="336141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CC057153-B650-4DEB-B370-79DDCFDCE934}" type="slidenum">
              <a:rPr lang="en-US" smtClean="0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34500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E133A0-1764-3DC0-A9D7-7733B04AFC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172" y="293302"/>
            <a:ext cx="11125032" cy="965101"/>
          </a:xfrm>
        </p:spPr>
        <p:txBody>
          <a:bodyPr anchor="b">
            <a:normAutofit/>
          </a:bodyPr>
          <a:lstStyle/>
          <a:p>
            <a:r>
              <a:rPr lang="en-US"/>
              <a:t>Objectives of the Project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F20E4A-2DA7-367F-889E-11AF801A382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1172" y="6490524"/>
            <a:ext cx="2841959" cy="336141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F3C46E4F-8270-497D-A4DE-9B37A9C4BC18}" type="datetime1">
              <a:rPr lang="en-US" smtClean="0"/>
              <a:pPr>
                <a:spcAft>
                  <a:spcPts val="600"/>
                </a:spcAft>
              </a:pPr>
              <a:t>4/11/2026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A7C8A9-3ADD-70A8-B9C7-245046BFAD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48431" y="6490524"/>
            <a:ext cx="457200" cy="336141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CC057153-B650-4DEB-B370-79DDCFDCE934}" type="slidenum">
              <a:rPr lang="en-US" smtClean="0"/>
              <a:pPr>
                <a:spcAft>
                  <a:spcPts val="600"/>
                </a:spcAft>
              </a:pPr>
              <a:t>3</a:t>
            </a:fld>
            <a:endParaRPr lang="en-US"/>
          </a:p>
        </p:txBody>
      </p:sp>
      <p:graphicFrame>
        <p:nvGraphicFramePr>
          <p:cNvPr id="8" name="Subtitle 2">
            <a:extLst>
              <a:ext uri="{FF2B5EF4-FFF2-40B4-BE49-F238E27FC236}">
                <a16:creationId xmlns:a16="http://schemas.microsoft.com/office/drawing/2014/main" id="{1EDFC07B-9AE1-9D38-F1FA-03BCDC97CBD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17686471"/>
              </p:ext>
            </p:extLst>
          </p:nvPr>
        </p:nvGraphicFramePr>
        <p:xfrm>
          <a:off x="431172" y="1384847"/>
          <a:ext cx="11125032" cy="490511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710353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B750E1-014E-2F32-5FE0-025C27322A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172" y="293302"/>
            <a:ext cx="11125032" cy="965101"/>
          </a:xfrm>
        </p:spPr>
        <p:txBody>
          <a:bodyPr anchor="ctr">
            <a:normAutofit/>
          </a:bodyPr>
          <a:lstStyle/>
          <a:p>
            <a:r>
              <a:rPr lang="en-US"/>
              <a:t>Proposed Solution</a:t>
            </a:r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43187D43-B2EB-EC97-5EE3-13AFEEE0D6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172" y="1384847"/>
            <a:ext cx="5467266" cy="4905116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/>
              <a:t>User pastes news content into the system.</a:t>
            </a:r>
          </a:p>
          <a:p>
            <a:r>
              <a:rPr lang="en-US"/>
              <a:t>NLP processes the text.</a:t>
            </a:r>
          </a:p>
          <a:p>
            <a:r>
              <a:rPr lang="en-US"/>
              <a:t>ML model predicts authenticity.</a:t>
            </a:r>
          </a:p>
          <a:p>
            <a:r>
              <a:rPr lang="en-US"/>
              <a:t>System provides:</a:t>
            </a:r>
          </a:p>
          <a:p>
            <a:pPr lvl="1"/>
            <a:r>
              <a:rPr lang="en-US" sz="1800"/>
              <a:t>Credibility score</a:t>
            </a:r>
          </a:p>
          <a:p>
            <a:pPr lvl="1"/>
            <a:r>
              <a:rPr lang="en-US" sz="1800"/>
              <a:t>Real/Fake label</a:t>
            </a:r>
          </a:p>
          <a:p>
            <a:pPr lvl="1"/>
            <a:r>
              <a:rPr lang="en-US" sz="1800"/>
              <a:t>Fact-check links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908E80-2392-A58F-EEB2-EE633788820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1172" y="6490524"/>
            <a:ext cx="2841959" cy="336141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D5376D00-6106-43BB-8923-18C7A7C520E4}" type="datetime1">
              <a:rPr lang="en-US" smtClean="0"/>
              <a:pPr>
                <a:spcAft>
                  <a:spcPts val="600"/>
                </a:spcAft>
              </a:pPr>
              <a:t>4/11/2026</a:t>
            </a:fld>
            <a:endParaRPr lang="en-US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DF9B9C5F-D428-8F3D-6E9F-3CB8601CD4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93370" y="6490524"/>
            <a:ext cx="2662834" cy="336141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2FBC74-35D9-C062-A1B7-A5F83C6DD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48431" y="6490524"/>
            <a:ext cx="457200" cy="336141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CC057153-B650-4DEB-B370-79DDCFDCE934}" type="slidenum">
              <a:rPr lang="en-US" smtClean="0"/>
              <a:pPr>
                <a:spcAft>
                  <a:spcPts val="600"/>
                </a:spcAft>
              </a:pPr>
              <a:t>4</a:t>
            </a:fld>
            <a:endParaRPr lang="en-US"/>
          </a:p>
        </p:txBody>
      </p:sp>
      <p:pic>
        <p:nvPicPr>
          <p:cNvPr id="10" name="Picture Placeholder 9" descr="A diagram of a process&#10;&#10;AI-generated content may be incorrect.">
            <a:extLst>
              <a:ext uri="{FF2B5EF4-FFF2-40B4-BE49-F238E27FC236}">
                <a16:creationId xmlns:a16="http://schemas.microsoft.com/office/drawing/2014/main" id="{6ADC8C11-41A4-A096-C191-E2B3C4BE6AB9}"/>
              </a:ext>
            </a:extLst>
          </p:cNvPr>
          <p:cNvPicPr>
            <a:picLocks noGrp="1" noChangeAspect="1"/>
          </p:cNvPicPr>
          <p:nvPr>
            <p:ph type="pic" sz="quarter" idx="4294967295"/>
          </p:nvPr>
        </p:nvPicPr>
        <p:blipFill>
          <a:blip r:embed="rId2"/>
          <a:srcRect l="25163" r="24401"/>
          <a:stretch>
            <a:fillRect/>
          </a:stretch>
        </p:blipFill>
        <p:spPr>
          <a:xfrm>
            <a:off x="6088938" y="1384847"/>
            <a:ext cx="5467266" cy="4905116"/>
          </a:xfrm>
          <a:custGeom>
            <a:avLst/>
            <a:gdLst>
              <a:gd name="connsiteX0" fmla="*/ 0 w 4145232"/>
              <a:gd name="connsiteY0" fmla="*/ 0 h 6399152"/>
              <a:gd name="connsiteX1" fmla="*/ 4145232 w 4145232"/>
              <a:gd name="connsiteY1" fmla="*/ 0 h 6399152"/>
              <a:gd name="connsiteX2" fmla="*/ 4145232 w 4145232"/>
              <a:gd name="connsiteY2" fmla="*/ 6399152 h 6399152"/>
              <a:gd name="connsiteX3" fmla="*/ 603230 w 4145232"/>
              <a:gd name="connsiteY3" fmla="*/ 6399152 h 6399152"/>
              <a:gd name="connsiteX4" fmla="*/ 0 w 4145232"/>
              <a:gd name="connsiteY4" fmla="*/ 579592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45232" h="6399152">
                <a:moveTo>
                  <a:pt x="0" y="0"/>
                </a:moveTo>
                <a:lnTo>
                  <a:pt x="4145232" y="0"/>
                </a:lnTo>
                <a:lnTo>
                  <a:pt x="4145232" y="6399152"/>
                </a:lnTo>
                <a:lnTo>
                  <a:pt x="603230" y="6399152"/>
                </a:lnTo>
                <a:cubicBezTo>
                  <a:pt x="270075" y="6399152"/>
                  <a:pt x="0" y="6129077"/>
                  <a:pt x="0" y="5795922"/>
                </a:cubicBezTo>
                <a:close/>
              </a:path>
            </a:pathLst>
          </a:custGeom>
          <a:noFill/>
        </p:spPr>
      </p:pic>
    </p:spTree>
    <p:extLst>
      <p:ext uri="{BB962C8B-B14F-4D97-AF65-F5344CB8AC3E}">
        <p14:creationId xmlns:p14="http://schemas.microsoft.com/office/powerpoint/2010/main" val="1879275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BD2400-94AD-31F6-37F1-0D93921947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BB50A7-8097-B5C9-4E58-9ED8D14ADA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03504"/>
            <a:ext cx="4480560" cy="1527048"/>
          </a:xfrm>
        </p:spPr>
        <p:txBody>
          <a:bodyPr anchor="b">
            <a:normAutofit/>
          </a:bodyPr>
          <a:lstStyle/>
          <a:p>
            <a:r>
              <a:rPr lang="en-US"/>
              <a:t>System Architecture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492ED83C-E50A-0642-F09E-B7DFA1EF47E7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7" y="2276856"/>
            <a:ext cx="4480560" cy="4041648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110000"/>
              </a:lnSpc>
            </a:pPr>
            <a:r>
              <a:rPr lang="en-GB" sz="1100" dirty="0"/>
              <a:t>Step 1: Input</a:t>
            </a:r>
            <a:endParaRPr lang="en-US" sz="1100" dirty="0"/>
          </a:p>
          <a:p>
            <a:pPr>
              <a:lnSpc>
                <a:spcPct val="110000"/>
              </a:lnSpc>
            </a:pPr>
            <a:r>
              <a:rPr lang="en-GB" sz="1100" dirty="0"/>
              <a:t>News article text</a:t>
            </a:r>
          </a:p>
          <a:p>
            <a:pPr>
              <a:lnSpc>
                <a:spcPct val="110000"/>
              </a:lnSpc>
            </a:pPr>
            <a:r>
              <a:rPr lang="en-GB" sz="1100" dirty="0"/>
              <a:t>Step 2: Text Preprocessing</a:t>
            </a:r>
          </a:p>
          <a:p>
            <a:pPr>
              <a:lnSpc>
                <a:spcPct val="110000"/>
              </a:lnSpc>
            </a:pPr>
            <a:r>
              <a:rPr lang="en-GB" sz="1100" dirty="0"/>
              <a:t>Lowercasing</a:t>
            </a:r>
          </a:p>
          <a:p>
            <a:pPr>
              <a:lnSpc>
                <a:spcPct val="110000"/>
              </a:lnSpc>
            </a:pPr>
            <a:r>
              <a:rPr lang="en-GB" sz="1100" dirty="0"/>
              <a:t>Removing punctuation</a:t>
            </a:r>
          </a:p>
          <a:p>
            <a:pPr>
              <a:lnSpc>
                <a:spcPct val="110000"/>
              </a:lnSpc>
            </a:pPr>
            <a:r>
              <a:rPr lang="en-GB" sz="1100" dirty="0" err="1"/>
              <a:t>Stopword</a:t>
            </a:r>
            <a:r>
              <a:rPr lang="en-GB" sz="1100" dirty="0"/>
              <a:t> removal</a:t>
            </a:r>
          </a:p>
          <a:p>
            <a:pPr>
              <a:lnSpc>
                <a:spcPct val="110000"/>
              </a:lnSpc>
            </a:pPr>
            <a:r>
              <a:rPr lang="en-GB" sz="1100" dirty="0"/>
              <a:t>Stemming/Lemmatization</a:t>
            </a:r>
          </a:p>
          <a:p>
            <a:pPr>
              <a:lnSpc>
                <a:spcPct val="110000"/>
              </a:lnSpc>
            </a:pPr>
            <a:r>
              <a:rPr lang="en-GB" sz="1100" dirty="0"/>
              <a:t>Step 3: Feature Extraction</a:t>
            </a:r>
          </a:p>
          <a:p>
            <a:pPr>
              <a:lnSpc>
                <a:spcPct val="110000"/>
              </a:lnSpc>
            </a:pPr>
            <a:r>
              <a:rPr lang="en-GB" sz="1100" dirty="0"/>
              <a:t>TF-IDF Vectorization</a:t>
            </a:r>
          </a:p>
          <a:p>
            <a:pPr>
              <a:lnSpc>
                <a:spcPct val="110000"/>
              </a:lnSpc>
            </a:pPr>
            <a:r>
              <a:rPr lang="en-GB" sz="1100" dirty="0"/>
              <a:t>Step 4: Classification Model</a:t>
            </a:r>
          </a:p>
          <a:p>
            <a:pPr>
              <a:lnSpc>
                <a:spcPct val="110000"/>
              </a:lnSpc>
            </a:pPr>
            <a:r>
              <a:rPr lang="en-GB" sz="1100" dirty="0"/>
              <a:t>Logistic Regression / Naive Bayes</a:t>
            </a:r>
          </a:p>
          <a:p>
            <a:pPr>
              <a:lnSpc>
                <a:spcPct val="110000"/>
              </a:lnSpc>
            </a:pPr>
            <a:r>
              <a:rPr lang="en-GB" sz="1100" dirty="0"/>
              <a:t>Step 5: Output</a:t>
            </a:r>
          </a:p>
          <a:p>
            <a:pPr>
              <a:lnSpc>
                <a:spcPct val="110000"/>
              </a:lnSpc>
            </a:pPr>
            <a:r>
              <a:rPr lang="en-GB" sz="1100" dirty="0"/>
              <a:t>Prediction: Real or Fake</a:t>
            </a:r>
          </a:p>
          <a:p>
            <a:pPr>
              <a:lnSpc>
                <a:spcPct val="110000"/>
              </a:lnSpc>
            </a:pPr>
            <a:endParaRPr lang="en-GB" sz="1100" dirty="0"/>
          </a:p>
        </p:txBody>
      </p:sp>
      <p:sp>
        <p:nvSpPr>
          <p:cNvPr id="13" name="Picture Placeholder 3">
            <a:extLst>
              <a:ext uri="{FF2B5EF4-FFF2-40B4-BE49-F238E27FC236}">
                <a16:creationId xmlns:a16="http://schemas.microsoft.com/office/drawing/2014/main" id="{7062285A-8CF0-E163-1068-4F8F59AFE72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737594" y="0"/>
            <a:ext cx="6454406" cy="6399152"/>
          </a:xfrm>
        </p:spPr>
        <p:txBody>
          <a:bodyPr/>
          <a:lstStyle/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461AE3-EE8B-D6AA-C542-739A07913E2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1172" y="6490524"/>
            <a:ext cx="2841959" cy="336141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1ABC5C81-4B4A-4C1A-B255-174CB9D3D2AE}" type="datetime1">
              <a:rPr lang="en-US" smtClean="0"/>
              <a:pPr>
                <a:spcAft>
                  <a:spcPts val="600"/>
                </a:spcAft>
              </a:pPr>
              <a:t>4/11/2026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20D08B-C7CA-70C3-F459-4B8F8CFD39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48431" y="6490524"/>
            <a:ext cx="457200" cy="336141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84C450F2-3BB4-4AE4-8A35-A9D7AEA4C850}" type="slidenum">
              <a:rPr lang="en-US" smtClean="0"/>
              <a:pPr>
                <a:spcAft>
                  <a:spcPts val="600"/>
                </a:spcAft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43724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79F20-7FE0-9464-CC8C-AAB74EE175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ea typeface="+mj-lt"/>
                <a:cs typeface="+mj-lt"/>
              </a:rPr>
              <a:t>Technologies Used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072345-EDED-4266-CFF8-650FF0BB1E47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Programming Language: Python</a:t>
            </a:r>
          </a:p>
          <a:p>
            <a:pPr marL="0" indent="0">
              <a:buNone/>
            </a:pPr>
            <a:r>
              <a:rPr lang="en-US" b="1">
                <a:ea typeface="+mn-lt"/>
                <a:cs typeface="+mn-lt"/>
              </a:rPr>
              <a:t>Libraries:</a:t>
            </a:r>
          </a:p>
          <a:p>
            <a:pPr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Pandas (Data handling)</a:t>
            </a:r>
            <a:endParaRPr lang="en-US"/>
          </a:p>
          <a:p>
            <a:pPr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NumPy (Numerical computation)</a:t>
            </a:r>
            <a:endParaRPr lang="en-US"/>
          </a:p>
          <a:p>
            <a:pPr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Scikit-learn (ML algorithms)</a:t>
            </a:r>
            <a:endParaRPr lang="en-US"/>
          </a:p>
          <a:p>
            <a:pPr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NLTK / </a:t>
            </a:r>
            <a:r>
              <a:rPr lang="en-US" dirty="0" err="1">
                <a:ea typeface="+mn-lt"/>
                <a:cs typeface="+mn-lt"/>
              </a:rPr>
              <a:t>spaCy</a:t>
            </a:r>
            <a:r>
              <a:rPr lang="en-US" dirty="0">
                <a:ea typeface="+mn-lt"/>
                <a:cs typeface="+mn-lt"/>
              </a:rPr>
              <a:t> (Text preprocessing)</a:t>
            </a:r>
            <a:endParaRPr lang="en-US" dirty="0"/>
          </a:p>
          <a:p>
            <a:pPr>
              <a:buFont typeface="Arial"/>
              <a:buChar char="•"/>
            </a:pPr>
            <a:r>
              <a:rPr lang="en-US" dirty="0" err="1">
                <a:ea typeface="+mn-lt"/>
                <a:cs typeface="+mn-lt"/>
              </a:rPr>
              <a:t>Jupyter</a:t>
            </a:r>
            <a:r>
              <a:rPr lang="en-US" dirty="0">
                <a:ea typeface="+mn-lt"/>
                <a:cs typeface="+mn-lt"/>
              </a:rPr>
              <a:t> Notebook (Model development)</a:t>
            </a:r>
            <a:endParaRPr lang="en-US" dirty="0"/>
          </a:p>
          <a:p>
            <a:pPr>
              <a:buFont typeface="Arial"/>
              <a:buChar char="•"/>
            </a:pP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5205E06-DEAE-0DD1-4D36-DFAC6C725B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5A4445-5DD2-41DC-BDE3-6A90E266904E}" type="datetime1">
              <a:rPr lang="en-US" smtClean="0"/>
              <a:t>4/11/2026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EFE3EB-673E-77EF-2980-BA6EC57A51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851ED314-CFD7-38BB-6005-6A5686CC393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13793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F332A3-41ED-5C79-EEE4-FB0C4C5039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50408" y="548640"/>
            <a:ext cx="6035040" cy="1143000"/>
          </a:xfrm>
        </p:spPr>
        <p:txBody>
          <a:bodyPr anchor="b">
            <a:normAutofit/>
          </a:bodyPr>
          <a:lstStyle/>
          <a:p>
            <a:r>
              <a:rPr lang="en-US"/>
              <a:t>Dataset &amp; Model Evaluation</a:t>
            </a:r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E3DCD56E-6D39-65DF-924D-2DB4EE742C6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4844052" cy="6399152"/>
          </a:xfrm>
        </p:spPr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CCD8EA-EA7C-8648-6703-261B5BAF0014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50408" y="1828800"/>
            <a:ext cx="6035040" cy="4489704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b="1"/>
              <a:t>Dataset Used: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/>
              <a:t>Fake News Dataset (Kaggle)</a:t>
            </a:r>
          </a:p>
          <a:p>
            <a:r>
              <a:rPr lang="en-US" b="1"/>
              <a:t>Evaluation Metrics: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/>
              <a:t>Accuracy</a:t>
            </a:r>
          </a:p>
          <a:p>
            <a:pPr marL="285750" indent="-285750">
              <a:buFont typeface="Arial"/>
              <a:buChar char="•"/>
            </a:pPr>
            <a:r>
              <a:rPr lang="en-US"/>
              <a:t>Precision</a:t>
            </a:r>
          </a:p>
          <a:p>
            <a:pPr marL="285750" indent="-285750">
              <a:buFont typeface="Arial"/>
              <a:buChar char="•"/>
            </a:pPr>
            <a:r>
              <a:rPr lang="en-US"/>
              <a:t>Recall</a:t>
            </a:r>
          </a:p>
          <a:p>
            <a:pPr marL="285750" indent="-285750">
              <a:buFont typeface="Arial"/>
              <a:buChar char="•"/>
            </a:pPr>
            <a:r>
              <a:rPr lang="en-US"/>
              <a:t>F1-Score</a:t>
            </a:r>
          </a:p>
          <a:p>
            <a:r>
              <a:rPr lang="en-US"/>
              <a:t>Example Result:</a:t>
            </a:r>
          </a:p>
          <a:p>
            <a:pPr marL="285750" indent="-285750">
              <a:buFont typeface="Arial"/>
              <a:buChar char="•"/>
            </a:pPr>
            <a:r>
              <a:rPr lang="en-US"/>
              <a:t>Accuracy Achieved: 92% (example)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79EABE-3580-5671-50D4-25E706EDC2E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1172" y="6490524"/>
            <a:ext cx="2841959" cy="336141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FE998514-CB2E-43FF-940B-F99B0EA9BFC0}" type="datetime1">
              <a:rPr lang="en-US" smtClean="0"/>
              <a:pPr>
                <a:spcAft>
                  <a:spcPts val="600"/>
                </a:spcAft>
              </a:pPr>
              <a:t>4/11/2026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DC91B8-8829-9453-E93E-4D286CFA0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48431" y="6490524"/>
            <a:ext cx="457200" cy="336141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CC057153-B650-4DEB-B370-79DDCFDCE934}" type="slidenum">
              <a:rPr lang="en-US" smtClean="0"/>
              <a:pPr>
                <a:spcAft>
                  <a:spcPts val="600"/>
                </a:spcAft>
              </a:pPr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0011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120F23-1809-2CC4-1A94-F826616D2D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Results, Limitations &amp; Future Scope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AD71A6-1036-A099-9BDF-27C11F75648B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n-US" b="1"/>
              <a:t>Results:</a:t>
            </a:r>
          </a:p>
          <a:p>
            <a:pPr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Successfully classifies fake and real news.</a:t>
            </a:r>
            <a:endParaRPr lang="en-US"/>
          </a:p>
          <a:p>
            <a:pPr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Good accuracy and </a:t>
            </a:r>
            <a:r>
              <a:rPr lang="en-US">
                <a:ea typeface="+mn-lt"/>
                <a:cs typeface="+mn-lt"/>
              </a:rPr>
              <a:t>performance.</a:t>
            </a:r>
            <a:endParaRPr lang="en-US"/>
          </a:p>
          <a:p>
            <a:pPr marL="0" indent="0">
              <a:buNone/>
            </a:pPr>
            <a:r>
              <a:rPr lang="en-US" b="1"/>
              <a:t>Limitations:</a:t>
            </a:r>
            <a:endParaRPr lang="en-US"/>
          </a:p>
          <a:p>
            <a:pPr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May struggle with sarcastic or newly created fake news.</a:t>
            </a:r>
            <a:endParaRPr lang="en-US"/>
          </a:p>
          <a:p>
            <a:pPr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Depends on dataset </a:t>
            </a:r>
            <a:r>
              <a:rPr lang="en-US">
                <a:ea typeface="+mn-lt"/>
                <a:cs typeface="+mn-lt"/>
              </a:rPr>
              <a:t>quality.</a:t>
            </a:r>
            <a:endParaRPr lang="en-US"/>
          </a:p>
          <a:p>
            <a:pPr marL="0" indent="0">
              <a:buNone/>
            </a:pPr>
            <a:r>
              <a:rPr lang="en-US" b="1"/>
              <a:t>Future</a:t>
            </a:r>
            <a:r>
              <a:rPr lang="en-US" b="1" dirty="0"/>
              <a:t> Scope:</a:t>
            </a:r>
            <a:endParaRPr lang="en-US"/>
          </a:p>
          <a:p>
            <a:pPr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Use Deep Learning models (LSTM, BERT)</a:t>
            </a:r>
            <a:endParaRPr lang="en-US"/>
          </a:p>
          <a:p>
            <a:pPr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Add multilingual support</a:t>
            </a:r>
            <a:endParaRPr lang="en-US"/>
          </a:p>
          <a:p>
            <a:pPr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Real-time news API integration</a:t>
            </a:r>
            <a:endParaRPr lang="en-US"/>
          </a:p>
          <a:p>
            <a:pPr marL="0" indent="0">
              <a:buNone/>
            </a:pPr>
            <a:endParaRPr lang="en-US" sz="1800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79C179B-16F5-B0EA-D1AC-9944121318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D0F5D8-D5B8-4089-B8CF-3C65B488B2D1}" type="datetime1">
              <a:rPr lang="en-US" smtClean="0"/>
              <a:t>4/11/2026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7032F8-92FC-BD1A-A9AF-986FE04CF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8</a:t>
            </a:fld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6280B0E3-50C5-F29E-C786-B85C4EC4098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2274909"/>
            <a:ext cx="4176819" cy="4564506"/>
          </a:xfr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98440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27E922-AE57-EC70-406A-77ED03351F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7" y="320040"/>
            <a:ext cx="4573413" cy="93268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000" b="0" kern="1200" cap="all" baseline="0">
                <a:latin typeface="+mj-lt"/>
                <a:ea typeface="+mj-ea"/>
                <a:cs typeface="+mj-cs"/>
              </a:rPr>
              <a:t>Applications &amp; Real-World Impact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4085342-DA5D-40EB-AE39-741D7D0179D7}"/>
              </a:ext>
            </a:extLst>
          </p:cNvPr>
          <p:cNvSpPr txBox="1"/>
          <p:nvPr/>
        </p:nvSpPr>
        <p:spPr>
          <a:xfrm>
            <a:off x="429766" y="1380744"/>
            <a:ext cx="4573413" cy="4983480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Ctr="0" forceAA="0" compatLnSpc="1">
            <a:prstTxWarp prst="textNoShape">
              <a:avLst/>
            </a:prstTxWarp>
            <a:normAutofit/>
          </a:bodyPr>
          <a:lstStyle/>
          <a:p>
            <a:pPr>
              <a:lnSpc>
                <a:spcPct val="110000"/>
              </a:lnSpc>
              <a:spcBef>
                <a:spcPts val="1000"/>
              </a:spcBef>
            </a:pPr>
            <a:r>
              <a:rPr lang="en-US" sz="1400" b="1"/>
              <a:t>Applications:</a:t>
            </a:r>
            <a:endParaRPr lang="en-US" b="1"/>
          </a:p>
          <a:p>
            <a:pPr marL="228600" indent="-228600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1400"/>
              <a:t>Social media content filtering</a:t>
            </a:r>
          </a:p>
          <a:p>
            <a:pPr marL="228600" indent="-228600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1400"/>
              <a:t>News organization verification tools</a:t>
            </a:r>
          </a:p>
          <a:p>
            <a:pPr marL="228600" indent="-228600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1400"/>
              <a:t>Educational awareness systems</a:t>
            </a:r>
          </a:p>
          <a:p>
            <a:pPr marL="228600" indent="-228600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1400"/>
              <a:t>Government misinformation monitoring</a:t>
            </a:r>
          </a:p>
          <a:p>
            <a:pPr>
              <a:lnSpc>
                <a:spcPct val="110000"/>
              </a:lnSpc>
              <a:spcBef>
                <a:spcPts val="1000"/>
              </a:spcBef>
            </a:pPr>
            <a:r>
              <a:rPr lang="en-US" sz="1400" b="1"/>
              <a:t>Real-World Impact:</a:t>
            </a:r>
          </a:p>
          <a:p>
            <a:pPr marL="228600" indent="-228600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1400"/>
              <a:t>Reduces spread of misinformation</a:t>
            </a:r>
          </a:p>
          <a:p>
            <a:pPr marL="228600" indent="-228600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1400"/>
              <a:t>Promotes responsible sharing</a:t>
            </a:r>
          </a:p>
          <a:p>
            <a:pPr marL="228600" indent="-228600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1400"/>
              <a:t>Improves digital literacy</a:t>
            </a:r>
          </a:p>
          <a:p>
            <a:pPr marL="228600" indent="-228600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1400"/>
              <a:t>Supports decision-making based on verified content</a:t>
            </a:r>
          </a:p>
          <a:p>
            <a:pPr>
              <a:lnSpc>
                <a:spcPct val="110000"/>
              </a:lnSpc>
              <a:spcBef>
                <a:spcPts val="1000"/>
              </a:spcBef>
            </a:pPr>
            <a:r>
              <a:rPr lang="en-US" sz="1400" b="1"/>
              <a:t>Broader Scope:</a:t>
            </a:r>
          </a:p>
          <a:p>
            <a:pPr marL="228600" indent="-228600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1400"/>
              <a:t>Can be extended to detect spam, hate speech, or propaganda.</a:t>
            </a:r>
          </a:p>
          <a:p>
            <a:pPr marL="228600" indent="-228600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endParaRPr lang="en-US" sz="1400"/>
          </a:p>
        </p:txBody>
      </p:sp>
      <p:sp>
        <p:nvSpPr>
          <p:cNvPr id="12" name="Picture Placeholder 3">
            <a:extLst>
              <a:ext uri="{FF2B5EF4-FFF2-40B4-BE49-F238E27FC236}">
                <a16:creationId xmlns:a16="http://schemas.microsoft.com/office/drawing/2014/main" id="{E96087EC-2A97-1145-3461-A5752731983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737593" y="0"/>
            <a:ext cx="6454407" cy="6399152"/>
          </a:xfrm>
        </p:spPr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F41BF0-B686-A29F-997F-508B02524CA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1172" y="6490524"/>
            <a:ext cx="2841959" cy="33614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D9D5E90F-DD16-4D07-98B2-5ADD02240C41}" type="datetime1">
              <a:rPr lang="en-US" smtClean="0"/>
              <a:pPr>
                <a:spcAft>
                  <a:spcPts val="600"/>
                </a:spcAft>
              </a:pPr>
              <a:t>4/11/2026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E43CCF-A463-89C5-41C7-D943D6977C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48431" y="6490524"/>
            <a:ext cx="457200" cy="33614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CC057153-B650-4DEB-B370-79DDCFDCE934}" type="slidenum">
              <a:rPr lang="en-US" smtClean="0"/>
              <a:pPr>
                <a:spcAft>
                  <a:spcPts val="600"/>
                </a:spcAft>
              </a:pPr>
              <a:t>9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A497B4E-3C70-7F36-A4BF-7CA5CBC848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>
            <a:normAutofit/>
          </a:bodyPr>
          <a:lstStyle/>
          <a:p>
            <a:r>
              <a:rPr lang="en-US" dirty="0"/>
              <a:t>Delivering with confidence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75525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E2F8EAF-D9DE-9FD3-ED83-7032E7D7FC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1627318"/>
            <a:ext cx="8430768" cy="1842020"/>
          </a:xfrm>
        </p:spPr>
        <p:txBody>
          <a:bodyPr/>
          <a:lstStyle/>
          <a:p>
            <a:r>
              <a:rPr lang="en-US" dirty="0"/>
              <a:t>Conclusion 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EA6679F-0290-515C-BB0F-947C10AC81E4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" y="3622673"/>
            <a:ext cx="8430768" cy="182880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Developed a Machine Learning model to detect fake news.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Used NLP techniques for text processing and classification.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Achieved good accuracy using supervised learning.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Demonstrates how AI can help reduce misinformation.</a:t>
            </a:r>
          </a:p>
          <a:p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4B6F15B-92C0-806D-7631-A3635A42F7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9AFF9-B37A-4509-BBAB-27DBFDFA26BE}" type="datetime1">
              <a:rPr lang="en-US" smtClean="0"/>
              <a:t>4/11/2026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1D8A57-68C7-1BAD-CE79-017C980159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10584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159F3F-BB92-B815-7E46-1E99F06F1E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1172" y="3425399"/>
            <a:ext cx="7685140" cy="2621154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L="0" indent="0">
              <a:buNone/>
            </a:pPr>
            <a:r>
              <a:rPr lang="en-GB"/>
              <a:t>Thank you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E876F9-658E-46EB-FD5E-34B314728B3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1172" y="6490524"/>
            <a:ext cx="2841959" cy="336141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21CA290A-121B-47D5-B4CD-63E70D76A5D5}" type="datetime1">
              <a:rPr lang="en-US" smtClean="0"/>
              <a:pPr>
                <a:spcAft>
                  <a:spcPts val="600"/>
                </a:spcAft>
              </a:pPr>
              <a:t>4/11/2026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317C6B-648E-A015-1E64-9CD180CA5E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48431" y="6490524"/>
            <a:ext cx="457200" cy="336141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CC057153-B650-4DEB-B370-79DDCFDCE934}" type="slidenum">
              <a:rPr lang="en-US" smtClean="0"/>
              <a:pPr>
                <a:spcAft>
                  <a:spcPts val="600"/>
                </a:spcAft>
              </a:pPr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2321155"/>
      </p:ext>
    </p:extLst>
  </p:cSld>
  <p:clrMapOvr>
    <a:masterClrMapping/>
  </p:clrMapOvr>
</p:sld>
</file>

<file path=ppt/theme/theme1.xml><?xml version="1.0" encoding="utf-8"?>
<a:theme xmlns:a="http://schemas.openxmlformats.org/drawingml/2006/main" name="OasisVTI">
  <a:themeElements>
    <a:clrScheme name="Oasis">
      <a:dk1>
        <a:srgbClr val="131313"/>
      </a:dk1>
      <a:lt1>
        <a:sysClr val="window" lastClr="FFFFFF"/>
      </a:lt1>
      <a:dk2>
        <a:srgbClr val="3D3C33"/>
      </a:dk2>
      <a:lt2>
        <a:srgbClr val="F0EDE6"/>
      </a:lt2>
      <a:accent1>
        <a:srgbClr val="A57361"/>
      </a:accent1>
      <a:accent2>
        <a:srgbClr val="BE8856"/>
      </a:accent2>
      <a:accent3>
        <a:srgbClr val="BD9075"/>
      </a:accent3>
      <a:accent4>
        <a:srgbClr val="939081"/>
      </a:accent4>
      <a:accent5>
        <a:srgbClr val="A16D4C"/>
      </a:accent5>
      <a:accent6>
        <a:srgbClr val="8C8662"/>
      </a:accent6>
      <a:hlink>
        <a:srgbClr val="A57361"/>
      </a:hlink>
      <a:folHlink>
        <a:srgbClr val="8C8662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asis_win32_DN_V3" id="{65F5DFDA-B6D8-4F37-85B8-E95C858FA146}" vid="{998F2FB7-179B-41D4-99FF-60A4C828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0" ma:contentTypeDescription="Create a new document." ma:contentTypeScope="" ma:versionID="cec0622158e8f13124e9e8fd4de31bd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52f30ab005d15df08657af532e6e3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CEE88E53-1348-4048-BE11-4BFB7428CF5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99038C17-BDB3-4721-A558-8B6A63F5753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4C70EC8-9E20-414A-9F27-409BF8438796}">
  <ds:schemaRefs>
    <ds:schemaRef ds:uri="http://purl.org/dc/elements/1.1/"/>
    <ds:schemaRef ds:uri="http://purl.org/dc/terms/"/>
    <ds:schemaRef ds:uri="http://www.w3.org/XML/1998/namespace"/>
    <ds:schemaRef ds:uri="http://schemas.microsoft.com/office/2006/documentManagement/types"/>
    <ds:schemaRef ds:uri="16c05727-aa75-4e4a-9b5f-8a80a1165891"/>
    <ds:schemaRef ds:uri="http://schemas.microsoft.com/office/infopath/2007/PartnerControls"/>
    <ds:schemaRef ds:uri="http://purl.org/dc/dcmitype/"/>
    <ds:schemaRef ds:uri="http://schemas.openxmlformats.org/package/2006/metadata/core-properties"/>
    <ds:schemaRef ds:uri="http://schemas.microsoft.com/sharepoint/v3"/>
    <ds:schemaRef ds:uri="230e9df3-be65-4c73-a93b-d1236ebd677e"/>
    <ds:schemaRef ds:uri="71af3243-3dd4-4a8d-8c0d-dd76da1f02a5"/>
    <ds:schemaRef ds:uri="http://schemas.microsoft.com/office/2006/metadata/propertie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65</TotalTime>
  <Words>423</Words>
  <Application>Microsoft Office PowerPoint</Application>
  <PresentationFormat>Widescreen</PresentationFormat>
  <Paragraphs>112</Paragraphs>
  <Slides>11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Neue Haas Grotesk Text Pro</vt:lpstr>
      <vt:lpstr>OasisVTI</vt:lpstr>
      <vt:lpstr>AI-Based Fake News Detection Using Machine Learning  </vt:lpstr>
      <vt:lpstr>Problem Statement</vt:lpstr>
      <vt:lpstr>Objectives of the Project</vt:lpstr>
      <vt:lpstr>Proposed Solution</vt:lpstr>
      <vt:lpstr>System Architecture</vt:lpstr>
      <vt:lpstr>Technologies Used</vt:lpstr>
      <vt:lpstr>Dataset &amp; Model Evaluation</vt:lpstr>
      <vt:lpstr>Results, Limitations &amp; Future Scope</vt:lpstr>
      <vt:lpstr>Applications &amp; Real-World Impact</vt:lpstr>
      <vt:lpstr>Conclusion 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ASUS</dc:creator>
  <cp:lastModifiedBy>Varshitha Bhumireddy</cp:lastModifiedBy>
  <cp:revision>145</cp:revision>
  <dcterms:created xsi:type="dcterms:W3CDTF">2026-02-22T18:44:23Z</dcterms:created>
  <dcterms:modified xsi:type="dcterms:W3CDTF">2026-04-11T11:45:26Z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